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8b30a17437c41a3" /><Relationship Type="http://schemas.openxmlformats.org/officeDocument/2006/relationships/extended-properties" Target="/docProps/app.xml" Id="Rac59fc46b8ff42c9" /><Relationship Type="http://schemas.openxmlformats.org/officeDocument/2006/relationships/officeDocument" Target="/ppt/presentation.xml" Id="Rbf9b7d1227af4442" /></Relationships>
</file>

<file path=ppt/presentation.xml><?xml version="1.0" encoding="utf-8"?>
<p:presentation xmlns:p="http://schemas.openxmlformats.org/presentationml/2006/main">
  <p:sldMasterIdLst>
    <p:sldMasterId xmlns:r="http://schemas.openxmlformats.org/officeDocument/2006/relationships" id="2147483648" r:id="Ra38dafb9b9c04909"/>
  </p:sldMasterIdLst>
  <p:notesMasterIdLst>
    <p:notesMasterId xmlns:r="http://schemas.openxmlformats.org/officeDocument/2006/relationships" r:id="R39d0bb2c99054db6"/>
  </p:notesMasterIdLst>
  <p:sldIdLst>
    <p:sldId xmlns:r="http://schemas.openxmlformats.org/officeDocument/2006/relationships" id="256" r:id="R9846a9ee71894317"/>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e4348c2aa7e4eff" /><Relationship Type="http://schemas.openxmlformats.org/officeDocument/2006/relationships/slideMaster" Target="/ppt/slideMasters/slideMaster1.xml" Id="Ra38dafb9b9c04909" /><Relationship Type="http://schemas.openxmlformats.org/officeDocument/2006/relationships/notesMaster" Target="/ppt/notesMasters/notesMaster1.xml" Id="R39d0bb2c99054db6" /><Relationship Type="http://schemas.openxmlformats.org/officeDocument/2006/relationships/presProps" Target="/ppt/presProps.xml" Id="Rb4403dce330c4636" /><Relationship Type="http://schemas.openxmlformats.org/officeDocument/2006/relationships/tableStyles" Target="/ppt/tableStyles.xml" Id="R76e48ec8f1534c62" /><Relationship Type="http://schemas.openxmlformats.org/officeDocument/2006/relationships/slide" Target="/ppt/slides/slide1.xml" Id="R9846a9ee718943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2f60ffb95141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91532ac1334a71" /><Relationship Type="http://schemas.openxmlformats.org/officeDocument/2006/relationships/notesMaster" Target="/ppt/notesMasters/notesMaster1.xml" Id="R221863d60ca547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下游Agent高可用加固：长任务异步执行方案</a:t>
            </a:r>
          </a:p>
          <a:p xmlns:a="http://schemas.openxmlformats.org/drawingml/2006/main">
            <a:r>
              <a:t/>
            </a:r>
          </a:p>
          <a:p xmlns:a="http://schemas.openxmlformats.org/drawingml/2006/main">
            <a:r>
              <a:t>当前实现与加固范围</a:t>
            </a:r>
          </a:p>
          <a:p xmlns:a="http://schemas.openxmlformats.org/drawingml/2006/main">
            <a:r>
              <a:t>本页沿用当前ChatService到agentService再到DomainAgent的调用关系，以及现有的异步标记、Execution挂起和终态回调。异步链以现有runId关联，不要求增加一个远端任务ID作为前置条件。图中连接并发、帧速率、组帧期限、解析任务P和总驻留字节等为按现有代码缺口设计的加固机制，不宣称已经全部实现。长任务行描述runId关联的异步执行方案，启用状态以生产配置为准。新增保护与协议能力需实施和验证。</a:t>
            </a:r>
          </a:p>
          <a:p xmlns:a="http://schemas.openxmlformats.org/drawingml/2006/main">
            <a:r>
              <a:t/>
            </a:r>
          </a:p>
          <a:p xmlns:a="http://schemas.openxmlformats.org/drawingml/2006/main">
            <a:r>
              <a:t>异步协议事实</a:t>
            </a:r>
          </a:p>
          <a:p xmlns:a="http://schemas.openxmlformats.org/drawingml/2006/main">
            <a:r>
              <a:t>ChatService创建的runId随统一chat请求出站，服务端事实覆盖metadata中的同名字段，skillId由最终路由决定，出站sessionId可能采用runtimeSessionId。收到type=agent.async_started时，DomainAgentResponseNormalizer只消费type/message，使用当前调用上下文的runId/sessionId构造run.async_running事件，不读取新的远端任务标识。RunAsyncRunningEvent附加assistantMessageId、feedbackTargetMessageId和expiresAt用于结果关联与前端处理。</a:t>
            </a:r>
          </a:p>
          <a:p xmlns:a="http://schemas.openxmlformats.org/drawingml/2006/main">
            <a:r>
              <a:t>ConfiguredDomainAgentClient在观察到run.async_running时takeUntil结束本次HTTP响应源流，本地外呼许可随源流结束按既有清理路径归还。这不代表远端后台工作结束。DomainAgentAsyncTaskApplicationService在事务内保存事件与回答快照，将Execution转为ASYNC_WAITING并撤销原owner，Run公开状态仍RUNNING且保留会话活动资格。异步Run metadata保存phase=ASYNC_RUNNING、assistantMessageId、expiresAt。图中挂起节点与HTTP结束说明是由异步标记分别触发的行为，并没有声称先持久提交成功再关闭HTTP已经具备原子保证，相关窗口应联合测试。</a:t>
            </a:r>
          </a:p>
          <a:p xmlns:a="http://schemas.openxmlformats.org/drawingml/2006/main">
            <a:r>
              <a:t/>
            </a:r>
          </a:p>
          <a:p xmlns:a="http://schemas.openxmlformats.org/drawingml/2006/main">
            <a:r>
              <a:t>回调与等待期限</a:t>
            </a:r>
          </a:p>
          <a:p xmlns:a="http://schemas.openxmlformats.org/drawingml/2006/main">
            <a:r>
              <a:t>现有回调请求为runId、status、resultMode、frames、error。服务以runId查询本地Run，再从该Run获取租户、用户、session以及assistantMessageId，不使用下游传来的session或消息ID决定归属。回调仅支持COMPLETED或FAILED。结果模式APPEND/REPLACE表示本次终态结果更新方式，不是持续进度回调协议。</a:t>
            </a:r>
          </a:p>
          <a:p xmlns:a="http://schemas.openxmlformats.org/drawingml/2006/main">
            <a:r>
              <a:t>只有RUNNING、ASYNC_WAITING且未到期的Run可参与终态CAS。早到回调返回可重试409，重复、过期或终态竞争失败按现有接口语义拒绝受理。回调与Stop、超时通过既有终态竞争保护，仍需确定性交错与真实依赖测试验证。提交后实时发布为best-effort，FULL/no-store恢复边界按现有实现执行。</a:t>
            </a:r>
          </a:p>
          <a:p xmlns:a="http://schemas.openxmlformats.org/drawingml/2006/main">
            <a:r>
              <a:t>仓库async-task-enabled默认false，async-task-max-duration默认24h。当前24h从挂起提交时起算，为全局配置的等待期限，不是HTTP连接时长，不是已实现每个skill独立的业务期限。Watchdog扫描到期异步执行，按runId进行本地超时终态提交，不重新执行远端任务，也没有在该流程中查询远端任务状态。默认值不等于生产有效配置。</a:t>
            </a:r>
          </a:p>
          <a:p xmlns:a="http://schemas.openxmlformats.org/drawingml/2006/main">
            <a:r>
              <a:t/>
            </a:r>
          </a:p>
          <a:p xmlns:a="http://schemas.openxmlformats.org/drawingml/2006/main">
            <a:r>
              <a:t>长任务协议与待加固项</a:t>
            </a:r>
          </a:p>
          <a:p xmlns:a="http://schemas.openxmlformats.org/drawingml/2006/main">
            <a:r>
              <a:t>长任务以runId关联受理、挂起和回调，不在主流程引入新增远端任务标识或独立任务提交API。远端结果查询、查询对账与取消确认仅作为后续需双方确认的加固项。本页回调线只表达当前按runId完成/失败的终态回调，不表达远端现已支持runId查询。异步异常、超时或响应未知不得默认重提任务。stopPath默认未配置，记录本地超时/取消并不证明远端停止。</a:t>
            </a:r>
          </a:p>
          <a:p xmlns:a="http://schemas.openxmlformats.org/drawingml/2006/main">
            <a:r>
              <a:t>挂起期间HTTP可结束，但远端仍有未完成工作。新增挂起Run总量预算应按用户、租户、下游和集群汇总，避免提交结束即反复放出新任务而积压。对取消未确认和远端状态未知的任务单列核对，在尚无查询接口时通过双方运行册和人工证据处理，不能把本地终态自动视为下游容量已释放。现有回调并发和body限制不等于后台任务总量限制。回调洪峰、重复提交、早到回调、到期竞争、实例重启及未知窗口需要联合验证，不能以本地返回错误或完成状态替代下游事实。</a:t>
            </a:r>
          </a:p>
          <a:p xmlns:a="http://schemas.openxmlformats.org/drawingml/2006/main">
            <a:r>
              <a:t/>
            </a:r>
          </a:p>
          <a:p xmlns:a="http://schemas.openxmlformats.org/drawingml/2006/main">
            <a:r>
              <a:t>连接与任务资源</a:t>
            </a:r>
          </a:p>
          <a:p xmlns:a="http://schemas.openxmlformats.org/drawingml/2006/main">
            <a:r>
              <a:t>拟按实例总在途与最终目标分别限制外呼，单目标按skillId或Relay provider划分。两项联合非阻塞准入，不持部分许可无限等待。Relay同样计入实例调用总量，MCP扇出在执行侧另行治理。调用在途并发、挂起远端任务总量、解析/序列化处理任务P、线程池线程数相互独立，等待网络不持续占解析任务槽。</a:t>
            </a:r>
          </a:p>
          <a:p xmlns:a="http://schemas.openxmlformats.org/drawingml/2006/main">
            <a:r>
              <a:t>普通流式在当前原始chunk空闲/订阅总期限基础上，补齐首有效业务事件及从受理到各阶段的等待预算。原始字节或心跳不能无限延长整体期限。异步标记到达前仍属于现有一次流式调用，受到该流的等待边界约束，不假设当前另有专用异步提交接口。小时级任务通过已有异步协议脱离原流运行，等待时限沿用现有配置，并与下游明确预期。仅提供小时级持续流的下游作为过渡需独立低并发连接预算及逐跳长连接验证，不能整体取消超时。连接退出及许可释放必须验证真实底层资源清理。</a:t>
            </a:r>
          </a:p>
          <a:p xmlns:a="http://schemas.openxmlformats.org/drawingml/2006/main">
            <a:r>
              <a:t/>
            </a:r>
          </a:p>
          <a:p xmlns:a="http://schemas.openxmlformats.org/drawingml/2006/main">
            <a:r>
              <a:t>响应规模与处理治理</a:t>
            </a:r>
          </a:p>
          <a:p xmlns:a="http://schemas.openxmlformats.org/drawingml/2006/main">
            <a:r>
              <a:t>超大帧、高频帧、长帧及长文本可能导致解析/序列化工作量、驻留缓冲、正文与编码副本增长，进而CPU、堆内存与GC压力升高，不把代码模式直接写为已复现OOM。现有帧和回调上限保留，拟补充速率、队列字节、处理并行和累计正文等总预算。单帧UTF-8字节、组帧期限、帧速率/字节速率及突发量须三方签认并按版本联测。持续有字节但不形成完整逻辑帧时，组帧期限从帧起始计时，不随每个chunk无限刷新。</a:t>
            </a:r>
          </a:p>
          <a:p xmlns:a="http://schemas.openxmlformats.org/drawingml/2006/main">
            <a:r>
              <a:t>网络接收仅做有界轻量读入与交接。JSON重解析在受控P任务内执行，增量检查深度、JSON token数、字段长度、数组与结构数量，不能先生成巨大对象树再计数。同Run串行、不同Run公平并行，每帧尽量解析一次并复用。等待队列同时受条数与驻留字节限制，包含每Run隐藏等待；高水位暂停，两维低于低水位再恢复。硬上限或暂停超时明确失败，不静默丢正文或截断后标成功，不能CallerRuns把重任务退回网络线程。</a:t>
            </a:r>
          </a:p>
          <a:p xmlns:a="http://schemas.openxmlformats.org/drawingml/2006/main">
            <a:r>
              <a:t>队列出队后仍被处理任务持有的数据继续占驻留预算。正文、Parts、编码副本及终态构建峰值纳入Run与实例两级字节预算，追加与复制前预留，真正释放引用后返还。网络字节与Java堆对象体积不同，预算需保守估算并压测。源流与异步回调结果都执行相应body、帧、结构、处理和内存限制，不能让数小时生成的结果一次无界装入内存。no-store按当前实现不新增正文持久化，不能为恢复异步结果改变留存边界。</a:t>
            </a:r>
          </a:p>
          <a:p xmlns:a="http://schemas.openxmlformats.org/drawingml/2006/main">
            <a:r>
              <a:t/>
            </a:r>
          </a:p>
          <a:p xmlns:a="http://schemas.openxmlformats.org/drawingml/2006/main">
            <a:r>
              <a:t>协议互锁与验收</a:t>
            </a:r>
          </a:p>
          <a:p xmlns:a="http://schemas.openxmlformats.org/drawingml/2006/main">
            <a:r>
              <a:t>领域Agent、agentService及ChatService共同签认输出限制、异步标记时机、回调鉴权/重试及等待期限。生效契约内误解析或误拒归本方，实际领域越界与转发损坏需证据区分，未知先定位。日志记录可信runId、skillId、服务、阶段、版本和限制量，脱敏限长，不打印超大原文。全部用户失败保留端到端可用性统计。</a:t>
            </a:r>
          </a:p>
          <a:p xmlns:a="http://schemas.openxmlformats.org/drawingml/2006/main">
            <a:r>
              <a:t>测试包括首有效事件慢、长帧持续未闭合、超大/高频帧、正文增长和慢消费；以及异步标记与挂起提交交错、数据库失败、早到/重复/过期回调、Stop/超时竞争、服务重启、回调洪峰、连接释放后远端仍运行的任务总量。观察正常聊天与Stop、CPU、堆/本地内存、GC、连接、许可、任务P和积压回落。当前源码保护需保留并验证，新加固不等于已完成验收。</a:t>
            </a:r>
          </a:p>
          <a:p xmlns:a="http://schemas.openxmlformats.org/drawingml/2006/main">
            <a:r>
              <a:t/>
            </a:r>
          </a:p>
          <a:p xmlns:a="http://schemas.openxmlformats.org/drawingml/2006/main">
            <a:r>
              <a:t/>
            </a:r>
          </a:p>
          <a:p xmlns:a="http://schemas.openxmlformats.org/drawingml/2006/main">
            <a:r>
              <a:t>超时设计的起止点与实施边界</a:t>
            </a:r>
          </a:p>
          <a:p xmlns:a="http://schemas.openxmlformats.org/drawingml/2006/main">
            <a:r>
              <a:t>普通流和异步标记返回前使用同一组等待保护。目标总时限从调用前准备开始，覆盖取Token、并发准入、借用HTTP连接、域名解析、TCP建连、TLS握手、发送请求、等待有效响应及持续接收。每个阶段的有效等待时间取阶段上限与剩余总时间的较小值。图中为逻辑分组，连接复用时无需重复DNS/TLS。并发满直接拒绝仅指新调用准入，不取消后续有界数据处理队列。现有鉴权可能是同步调用，外层超时不保证停止底层阻塞，需把取消和期限传到鉴权实现并验证残留任务清理。</a:t>
            </a:r>
          </a:p>
          <a:p xmlns:a="http://schemas.openxmlformats.org/drawingml/2006/main">
            <a:r>
              <a:t>首条有效响应由三方契约定义，不要求必须是首段正文。合法agent.async_started属于异步受理的有效响应，心跳与空字节不能替代。数据空闲时限限制相邻原始数据之间的停顿。单帧接收时限从该帧起始计算，收到零碎字节不能刷新它；最大帧字节数独立执行。从调用前起算的绝对总时限不因任何数据、心跳或重试重置。仅对双方协议允许的安全请求重试，重试也消费剩余总时限；未知副作用不得自动重放。自发背压暂停与网络空闲应分开计量，暂停期限独立限制且绝对总时限继续走时，避免误判下游责任。</a:t>
            </a:r>
          </a:p>
          <a:p xmlns:a="http://schemas.openxmlformats.org/drawingml/2006/main">
            <a:r>
              <a:t>现有DomainAgent代码查询流的stream-idle-timeout仓库默认300s，基于原始DataBuffer首包与间隔；stream-total-timeout默认15m，从订阅时起算。旧FINANCEEX_DOMAIN_AGENT_TIMEOUT环境变量可作为两项兼容回退。它们不是已覆盖调用前鉴权的总预算，也不等同于首个有效业务事件时限，生产有效值必须另查。当前普通查询无应用自动重试。本页分阶段及前置总时限属于补齐设计，不把这些目标写成已上线。</a:t>
            </a:r>
          </a:p>
          <a:p xmlns:a="http://schemas.openxmlformats.org/drawingml/2006/main">
            <a:r>
              <a:t>异步标记之前仍然执行普通流的全部适用期限。标记触发原始HTTP结束，同时后续应用事务完成本地挂起，不承诺两者原子或提交先于关闭。后台等待由当前runId/expiresAt记录与Watchdog治理，默认等待24h从挂起提交起算且异步默认关闭。到期提交本地超时终态，原HTTP早已释放。到期或Stop不证明远端停止，未知结果需核对，不能自动重新执行；原终态以后到达的结果按既有迟到回调语义处理，不覆盖终态。</a:t>
            </a:r>
          </a:p>
          <a:p xmlns:a="http://schemas.openxmlformats.org/drawingml/2006/main">
            <a:r>
              <a:t>取消请求使用独立、有限的控制请求期限，包含获取必要鉴权、连接和确认响应，不能无限等，也不能仅继承已经到期的原业务请求期限。取消控制链预留有界并发，避免超时洪峰再次挤占普通业务资源。当前stop-path默认空，配置后cancel调用用timeout默认120s且异常记录后返回空结果，不代表已具备明确远端取消确认。本页的‘未确认则标记待核对’、远端状态查询及可靠取消确认仍是待建设能力，需下游契约与状态记录支持。返回取消接口HTTP成功是否证明后台已停止也须联合确认。</a:t>
            </a:r>
          </a:p>
          <a:p xmlns:a="http://schemas.openxmlformats.org/drawingml/2006/main">
            <a:r>
              <a:t>异步回调是新的短请求，须限制接入、读取body、解析、事务及响应耗时；下游重试范围有界，早到409按契约退避重试，重复回调按runId幂等处理，不能把后台等待期限当成单次回调HTTP超时。具体各阶段数值按业务等待目标、下游承诺和压测结果确定，本页不设未经验证的固定阈值。</a:t>
            </a:r>
          </a:p>
          <a:p xmlns:a="http://schemas.openxmlformats.org/drawingml/2006/main">
            <a:r>
              <a:t>超时验收不能只看收到TimeoutException。逐段注入阻塞，确认连接、许可、缓冲、定时器和处理任务回收，并观察远端仍运行或未知任务的数量。覆盖取Token阻塞、连接池耗尽、DNS/TLS或请求发送停顿、首有效事件迟到、零碎长帧、心跳延长、普通总期限、异步标记与挂起事务交错、异步到期/Stop/回调竞争、取消无响应及恢复后资源回落。ChatService到agentService和agentService到DomainAgent两跳分别配置，转发层不得用自动重试放大未知执行。</a:t>
            </a:r>
          </a:p>
          <a:p xmlns:a="http://schemas.openxmlformats.org/drawingml/2006/main">
            <a:r>
              <a:t/>
            </a:r>
          </a:p>
          <a:p xmlns:a="http://schemas.openxmlformats.org/drawingml/2006/main">
            <a:r>
              <a:t>源码依据</a:t>
            </a:r>
          </a:p>
          <a:p xmlns:a="http://schemas.openxmlformats.org/drawingml/2006/main">
            <a:r>
              <a:t>/Users/uben/project/project/FinanceEXChatService/src/main/java/com/huawei/it/ex/one/infrastructure/runtime/domainagent/DomainAgentChatRequestMapper.java:40</a:t>
            </a:r>
          </a:p>
          <a:p xmlns:a="http://schemas.openxmlformats.org/drawingml/2006/main">
            <a:r>
              <a:t>/Users/uben/project/project/FinanceEXChatService/src/main/java/com/huawei/it/ex/one/infrastructure/runtime/domainagent/DomainAgentResponseNormalizer.java:351</a:t>
            </a:r>
          </a:p>
          <a:p xmlns:a="http://schemas.openxmlformats.org/drawingml/2006/main">
            <a:r>
              <a:t>/Users/uben/project/project/FinanceEXChatService/src/main/java/com/huawei/it/ex/one/domain/chat/RunAsyncRunningEvent.java:18</a:t>
            </a:r>
          </a:p>
          <a:p xmlns:a="http://schemas.openxmlformats.org/drawingml/2006/main">
            <a:r>
              <a:t>/Users/uben/project/project/FinanceEXChatService/src/main/java/com/huawei/it/ex/one/application/service/chat/DomainAgentAsyncTaskApplicationService.java:59</a:t>
            </a:r>
          </a:p>
          <a:p xmlns:a="http://schemas.openxmlformats.org/drawingml/2006/main">
            <a:r>
              <a:t>/Users/uben/project/project/FinanceEXChatService/src/main/java/com/huawei/it/ex/one/application/service/chat/DomainAgentAsyncTaskMetadata.java:20</a:t>
            </a:r>
          </a:p>
          <a:p xmlns:a="http://schemas.openxmlformats.org/drawingml/2006/main">
            <a:r>
              <a:t>/Users/uben/project/project/FinanceEXChatService/src/main/java/com/huawei/it/ex/one/application/service/chat/DomainAgentAsyncTaskCallbackCommand.java:14</a:t>
            </a:r>
          </a:p>
          <a:p xmlns:a="http://schemas.openxmlformats.org/drawingml/2006/main">
            <a:r>
              <a:t>/Users/uben/project/project/FinanceEXChatService/src/main/java/com/huawei/it/ex/one/application/service/chat/DomainAgentAsyncTaskCallbackApplicationService.java:94</a:t>
            </a:r>
          </a:p>
          <a:p xmlns:a="http://schemas.openxmlformats.org/drawingml/2006/main">
            <a:r>
              <a:t>/Users/uben/project/project/FinanceEXChatService/src/main/java/com/huawei/it/ex/one/infrastructure/runtime/domainagent/ConfiguredDomainAgentClient.java:93</a:t>
            </a:r>
          </a:p>
          <a:p xmlns:a="http://schemas.openxmlformats.org/drawingml/2006/main">
            <a:r>
              <a:t>/Users/uben/project/project/FinanceEXChatService/src/main/java/com/huawei/it/ex/one/application/service/chat/ChatRunRecoveryOrchestrator.java:136</a:t>
            </a:r>
          </a:p>
          <a:p xmlns:a="http://schemas.openxmlformats.org/drawingml/2006/main">
            <a:r>
              <a:t>/Users/uben/project/project/FinanceEXChatService/src/main/resources/application.yml:457</a:t>
            </a:r>
          </a:p>
          <a:p xmlns:a="http://schemas.openxmlformats.org/drawingml/2006/main">
            <a:r>
              <a:t/>
            </a:r>
          </a:p>
          <a:p xmlns:a="http://schemas.openxmlformats.org/drawingml/2006/main">
            <a:r>
              <a:t>01  并发限制与普通流超时</a:t>
            </a:r>
          </a:p>
          <a:p xmlns:a="http://schemas.openxmlformats.org/drawingml/2006/main">
            <a:r>
              <a:t>实例、单Agent分别限并发，满则拒绝。</a:t>
            </a:r>
          </a:p>
          <a:p xmlns:a="http://schemas.openxmlformats.org/drawingml/2006/main">
            <a:r>
              <a:t>各阶段有超时，整次调用另设总时限。</a:t>
            </a:r>
          </a:p>
          <a:p xmlns:a="http://schemas.openxmlformats.org/drawingml/2006/main">
            <a:r>
              <a:t>超时后停止等待，释放本地连接与名额。</a:t>
            </a:r>
          </a:p>
          <a:p xmlns:a="http://schemas.openxmlformats.org/drawingml/2006/main">
            <a:r>
              <a:t/>
            </a:r>
          </a:p>
          <a:p xmlns:a="http://schemas.openxmlformats.org/drawingml/2006/main">
            <a:r>
              <a:t>02  异步任务使用独立等待期限</a:t>
            </a:r>
          </a:p>
          <a:p xmlns:a="http://schemas.openxmlformats.org/drawingml/2006/main">
            <a:r>
              <a:t>标记返回前，按普通流的期限等待。</a:t>
            </a:r>
          </a:p>
          <a:p xmlns:a="http://schemas.openxmlformats.org/drawingml/2006/main">
            <a:r>
              <a:t>收到标记后结束HTTP，后台继续运行。</a:t>
            </a:r>
          </a:p>
          <a:p xmlns:a="http://schemas.openxmlformats.org/drawingml/2006/main">
            <a:r>
              <a:t>单次回调处理限时，按runId匹配。</a:t>
            </a:r>
          </a:p>
          <a:p xmlns:a="http://schemas.openxmlformats.org/drawingml/2006/main">
            <a:r>
              <a:t>到期结束本地任务，远端状态另确认。</a:t>
            </a:r>
          </a:p>
          <a:p xmlns:a="http://schemas.openxmlformats.org/drawingml/2006/main">
            <a:r>
              <a:t/>
            </a:r>
          </a:p>
          <a:p xmlns:a="http://schemas.openxmlformats.org/drawingml/2006/main">
            <a:r>
              <a:t>03  后台任务限量与取消超时</a:t>
            </a:r>
          </a:p>
          <a:p xmlns:a="http://schemas.openxmlformats.org/drawingml/2006/main">
            <a:r>
              <a:t>按用户、租户和Agent限制未完成任务数。</a:t>
            </a:r>
          </a:p>
          <a:p xmlns:a="http://schemas.openxmlformats.org/drawingml/2006/main">
            <a:r>
              <a:t>达到上限，暂不发起新的后台任务。</a:t>
            </a:r>
          </a:p>
          <a:p xmlns:a="http://schemas.openxmlformats.org/drawingml/2006/main">
            <a:r>
              <a:t>取消超时先查任务状态，不自动重跑。</a:t>
            </a:r>
          </a:p>
          <a:p xmlns:a="http://schemas.openxmlformats.org/drawingml/2006/main">
            <a:r>
              <a:t/>
            </a:r>
          </a:p>
          <a:p xmlns:a="http://schemas.openxmlformats.org/drawingml/2006/main">
            <a:r>
              <a:t>04  限制处理量和内存增长</a:t>
            </a:r>
          </a:p>
          <a:p xmlns:a="http://schemas.openxmlformats.org/drawingml/2006/main">
            <a:r>
              <a:t>队列同时限制条数和字节数。</a:t>
            </a:r>
          </a:p>
          <a:p xmlns:a="http://schemas.openxmlformats.org/drawingml/2006/main">
            <a:r>
              <a:t>最多P个任务同时处理，限制JSON层数。</a:t>
            </a:r>
          </a:p>
          <a:p xmlns:a="http://schemas.openxmlformats.org/drawingml/2006/main">
            <a:r>
              <a:t>正文和编码副本都计入内存上限。</a:t>
            </a:r>
          </a:p>
          <a:p xmlns:a="http://schemas.openxmlformats.org/drawingml/2006/main">
            <a:r>
              <a:t/>
            </a:r>
          </a:p>
          <a:p xmlns:a="http://schemas.openxmlformats.org/drawingml/2006/main">
            <a:r>
              <a:t>05  积压先暂停，超限明确报错</a:t>
            </a:r>
          </a:p>
          <a:p xmlns:a="http://schemas.openxmlformats.org/drawingml/2006/main">
            <a:r>
              <a:t>队列接近上限时暂停接收，减少后恢复。</a:t>
            </a:r>
          </a:p>
          <a:p xmlns:a="http://schemas.openxmlformats.org/drawingml/2006/main">
            <a:r>
              <a:t>超过上限或暂停太久，停止本次调用。</a:t>
            </a:r>
          </a:p>
          <a:p xmlns:a="http://schemas.openxmlformats.org/drawingml/2006/main">
            <a:r>
              <a:t>不丢帧、不截断后再向前端报告成功。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eb37f69a5248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26e15917a54de1" /><Relationship Type="http://schemas.openxmlformats.org/officeDocument/2006/relationships/slideLayout" Target="/ppt/slideLayouts/slideLayout1.xml" Id="Rc4cec6f1bee3463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cec6f1bee3463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23072e85b9147c1" /><Relationship Type="http://schemas.openxmlformats.org/officeDocument/2006/relationships/notesSlide" Target="/ppt/notesSlides/notesSlide1.xml" Id="Rc18cb07818534a8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3" name="text-0">
            <a:extLst xmlns:a="http://schemas.openxmlformats.org/drawingml/2006/main">
              <a:ext uri="{FF2B5EF4-FFF2-40B4-BE49-F238E27FC236}">
                <a16:creationId xmlns:a16="http://schemas.microsoft.com/office/drawing/2014/main" id="{D8731943-8941-4542-89D0-D472045D5FF8}"/>
              </a:ext>
            </a:extLst>
          </p:cNvPr>
          <p:cNvSpPr>
            <a:spLocks xmlns:a="http://schemas.openxmlformats.org/drawingml/2006/main" noGrp="1"/>
          </p:cNvSpPr>
          <p:nvPr/>
        </p:nvSpPr>
        <p:spPr>
          <a:xfrm xmlns:a="http://schemas.openxmlformats.org/drawingml/2006/main">
            <a:off x="523875" y="266700"/>
            <a:ext cx="14192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163A63"/>
                </a:solidFill>
                <a:latin typeface="Hiragino Sans GB"/>
                <a:ea typeface="Hiragino Sans GB"/>
                <a:cs typeface="Hiragino Sans GB"/>
              </a:defRPr>
            </a:pPr>
            <a:r>
              <a:rPr sz="3225" b="1">
                <a:solidFill>
                  <a:srgbClr val="163A63"/>
                </a:solidFill>
                <a:latin typeface="Hiragino Sans GB"/>
                <a:ea typeface="Hiragino Sans GB"/>
                <a:cs typeface="Hiragino Sans GB"/>
              </a:rPr>
              <a:t>下游Agent高可用加固</a:t>
            </a:r>
          </a:p>
        </p:txBody>
      </p:sp>
      <p:sp>
        <p:nvSpPr>
          <p:cNvPr id="2" name="text-1">
            <a:extLst xmlns:a="http://schemas.openxmlformats.org/drawingml/2006/main">
              <a:ext uri="{FF2B5EF4-FFF2-40B4-BE49-F238E27FC236}">
                <a16:creationId xmlns:a16="http://schemas.microsoft.com/office/drawing/2014/main" id="{A3C57912-B511-4705-9179-F155916BF25F}"/>
              </a:ext>
            </a:extLst>
          </p:cNvPr>
          <p:cNvSpPr>
            <a:spLocks xmlns:a="http://schemas.openxmlformats.org/drawingml/2006/main" noGrp="1"/>
          </p:cNvSpPr>
          <p:nvPr/>
        </p:nvSpPr>
        <p:spPr>
          <a:xfrm xmlns:a="http://schemas.openxmlformats.org/drawingml/2006/main">
            <a:off x="542925" y="952500"/>
            <a:ext cx="14173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0">
                <a:solidFill>
                  <a:srgbClr val="2166B0"/>
                </a:solidFill>
                <a:latin typeface="Hiragino Sans GB"/>
                <a:ea typeface="Hiragino Sans GB"/>
                <a:cs typeface="Hiragino Sans GB"/>
              </a:defRPr>
            </a:pPr>
            <a:r>
              <a:rPr sz="1875" b="0">
                <a:solidFill>
                  <a:srgbClr val="2166B0"/>
                </a:solidFill>
                <a:latin typeface="Hiragino Sans GB"/>
                <a:ea typeface="Hiragino Sans GB"/>
                <a:cs typeface="Hiragino Sans GB"/>
              </a:rPr>
              <a:t>控制慢响应的连接占用，避免大帧、高频帧和长文本推高CPU与堆内存</a:t>
            </a:r>
          </a:p>
        </p:txBody>
      </p:sp>
      <p:sp>
        <p:nvSpPr>
          <p:cNvPr id="3" name="line-2">
            <a:extLst xmlns:a="http://schemas.openxmlformats.org/drawingml/2006/main">
              <a:ext uri="{FF2B5EF4-FFF2-40B4-BE49-F238E27FC236}">
                <a16:creationId xmlns:a16="http://schemas.microsoft.com/office/drawing/2014/main" id="{6B0202CC-FB39-4A11-8AB7-17AD52AC123E}"/>
              </a:ext>
            </a:extLst>
          </p:cNvPr>
          <p:cNvSpPr>
            <a:spLocks xmlns:a="http://schemas.openxmlformats.org/drawingml/2006/main" noGrp="1"/>
          </p:cNvSpPr>
          <p:nvPr/>
        </p:nvSpPr>
        <p:spPr>
          <a:xfrm xmlns:a="http://schemas.openxmlformats.org/drawingml/2006/main">
            <a:off x="10334625" y="1609725"/>
            <a:ext cx="0" cy="5972175"/>
          </a:xfrm>
          <a:prstGeom xmlns:a="http://schemas.openxmlformats.org/drawingml/2006/main" prst="line">
            <a:avLst/>
          </a:prstGeom>
          <a:noFill xmlns:a="http://schemas.openxmlformats.org/drawingml/2006/main"/>
          <a:ln xmlns:a="http://schemas.openxmlformats.org/drawingml/2006/main" w="14288">
            <a:solidFill>
              <a:srgbClr val="B9CEE5"/>
            </a:solidFill>
            <a:prstDash val="solid"/>
          </a:ln>
        </p:spPr>
      </p:sp>
      <p:sp>
        <p:nvSpPr>
          <p:cNvPr id="4" name="text-3">
            <a:extLst xmlns:a="http://schemas.openxmlformats.org/drawingml/2006/main">
              <a:ext uri="{FF2B5EF4-FFF2-40B4-BE49-F238E27FC236}">
                <a16:creationId xmlns:a16="http://schemas.microsoft.com/office/drawing/2014/main" id="{E1B65885-6F0D-4A5C-811F-D4400F79E56C}"/>
              </a:ext>
            </a:extLst>
          </p:cNvPr>
          <p:cNvSpPr>
            <a:spLocks xmlns:a="http://schemas.openxmlformats.org/drawingml/2006/main" noGrp="1"/>
          </p:cNvSpPr>
          <p:nvPr/>
        </p:nvSpPr>
        <p:spPr>
          <a:xfrm xmlns:a="http://schemas.openxmlformats.org/drawingml/2006/main">
            <a:off x="523875" y="1514475"/>
            <a:ext cx="933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00" b="1">
                <a:solidFill>
                  <a:srgbClr val="163A63"/>
                </a:solidFill>
                <a:latin typeface="Hiragino Sans GB"/>
                <a:ea typeface="Hiragino Sans GB"/>
                <a:cs typeface="Hiragino Sans GB"/>
              </a:defRPr>
            </a:pPr>
            <a:r>
              <a:rPr sz="2100" b="1">
                <a:solidFill>
                  <a:srgbClr val="163A63"/>
                </a:solidFill>
                <a:latin typeface="Hiragino Sans GB"/>
                <a:ea typeface="Hiragino Sans GB"/>
                <a:cs typeface="Hiragino Sans GB"/>
              </a:rPr>
              <a:t>方案设计图</a:t>
            </a:r>
          </a:p>
        </p:txBody>
      </p:sp>
      <p:sp>
        <p:nvSpPr>
          <p:cNvPr id="5" name="text-4">
            <a:extLst xmlns:a="http://schemas.openxmlformats.org/drawingml/2006/main">
              <a:ext uri="{FF2B5EF4-FFF2-40B4-BE49-F238E27FC236}">
                <a16:creationId xmlns:a16="http://schemas.microsoft.com/office/drawing/2014/main" id="{DCA08936-A53D-4CEF-9034-B46353290E3B}"/>
              </a:ext>
            </a:extLst>
          </p:cNvPr>
          <p:cNvSpPr>
            <a:spLocks xmlns:a="http://schemas.openxmlformats.org/drawingml/2006/main" noGrp="1"/>
          </p:cNvSpPr>
          <p:nvPr/>
        </p:nvSpPr>
        <p:spPr>
          <a:xfrm xmlns:a="http://schemas.openxmlformats.org/drawingml/2006/main">
            <a:off x="10668000" y="1514475"/>
            <a:ext cx="4048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00" b="1">
                <a:solidFill>
                  <a:srgbClr val="163A63"/>
                </a:solidFill>
                <a:latin typeface="Hiragino Sans GB"/>
                <a:ea typeface="Hiragino Sans GB"/>
                <a:cs typeface="Hiragino Sans GB"/>
              </a:defRPr>
            </a:pPr>
            <a:r>
              <a:rPr sz="2100" b="1">
                <a:solidFill>
                  <a:srgbClr val="163A63"/>
                </a:solidFill>
                <a:latin typeface="Hiragino Sans GB"/>
                <a:ea typeface="Hiragino Sans GB"/>
                <a:cs typeface="Hiragino Sans GB"/>
              </a:rPr>
              <a:t>关键设计说明</a:t>
            </a:r>
          </a:p>
        </p:txBody>
      </p:sp>
      <p:sp>
        <p:nvSpPr>
          <p:cNvPr id="6" name="text-5">
            <a:extLst xmlns:a="http://schemas.openxmlformats.org/drawingml/2006/main">
              <a:ext uri="{FF2B5EF4-FFF2-40B4-BE49-F238E27FC236}">
                <a16:creationId xmlns:a16="http://schemas.microsoft.com/office/drawing/2014/main" id="{D096432B-7367-4B20-8878-455638E26486}"/>
              </a:ext>
            </a:extLst>
          </p:cNvPr>
          <p:cNvSpPr>
            <a:spLocks xmlns:a="http://schemas.openxmlformats.org/drawingml/2006/main" noGrp="1"/>
          </p:cNvSpPr>
          <p:nvPr/>
        </p:nvSpPr>
        <p:spPr>
          <a:xfrm xmlns:a="http://schemas.openxmlformats.org/drawingml/2006/main">
            <a:off x="523875" y="19526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① 连接与长任务：分阶段设超时，后台任务独立计时</a:t>
            </a:r>
          </a:p>
        </p:txBody>
      </p:sp>
      <p:sp>
        <p:nvSpPr>
          <p:cNvPr id="7" name="glyph-roundRect-6">
            <a:extLst xmlns:a="http://schemas.openxmlformats.org/drawingml/2006/main">
              <a:ext uri="{FF2B5EF4-FFF2-40B4-BE49-F238E27FC236}">
                <a16:creationId xmlns:a16="http://schemas.microsoft.com/office/drawing/2014/main" id="{54D10700-D3D5-4ECD-A0DD-21E6BA7CB7DB}"/>
              </a:ext>
            </a:extLst>
          </p:cNvPr>
          <p:cNvSpPr>
            <a:spLocks xmlns:a="http://schemas.openxmlformats.org/drawingml/2006/main" noGrp="1"/>
          </p:cNvSpPr>
          <p:nvPr/>
        </p:nvSpPr>
        <p:spPr>
          <a:xfrm xmlns:a="http://schemas.openxmlformats.org/drawingml/2006/main">
            <a:off x="809625" y="2343150"/>
            <a:ext cx="419100" cy="428625"/>
          </a:xfrm>
          <a:prstGeom xmlns:a="http://schemas.openxmlformats.org/drawingml/2006/main" prst="roundRect">
            <a:avLst>
              <a:gd name="adj" fmla="val 18182"/>
            </a:avLst>
          </a:prstGeom>
          <a:solidFill xmlns:a="http://schemas.openxmlformats.org/drawingml/2006/main">
            <a:srgbClr val="F3F7FD"/>
          </a:solidFill>
          <a:ln xmlns:a="http://schemas.openxmlformats.org/drawingml/2006/main" w="15240">
            <a:solidFill>
              <a:srgbClr val="163A63"/>
            </a:solidFill>
          </a:ln>
        </p:spPr>
      </p:sp>
      <p:sp>
        <p:nvSpPr>
          <p:cNvPr id="8" name="glyph-rect-7">
            <a:extLst xmlns:a="http://schemas.openxmlformats.org/drawingml/2006/main">
              <a:ext uri="{FF2B5EF4-FFF2-40B4-BE49-F238E27FC236}">
                <a16:creationId xmlns:a16="http://schemas.microsoft.com/office/drawing/2014/main" id="{933FCA4A-CA39-4160-8601-6D048AA3F8BA}"/>
              </a:ext>
            </a:extLst>
          </p:cNvPr>
          <p:cNvSpPr>
            <a:spLocks xmlns:a="http://schemas.openxmlformats.org/drawingml/2006/main" noGrp="1"/>
          </p:cNvSpPr>
          <p:nvPr/>
        </p:nvSpPr>
        <p:spPr>
          <a:xfrm xmlns:a="http://schemas.openxmlformats.org/drawingml/2006/main">
            <a:off x="859917" y="2403158"/>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9" name="glyph-ellipse-8">
            <a:extLst xmlns:a="http://schemas.openxmlformats.org/drawingml/2006/main">
              <a:ext uri="{FF2B5EF4-FFF2-40B4-BE49-F238E27FC236}">
                <a16:creationId xmlns:a16="http://schemas.microsoft.com/office/drawing/2014/main" id="{F62B6D20-EF66-4ABD-A163-0CF420FB8F68}"/>
              </a:ext>
            </a:extLst>
          </p:cNvPr>
          <p:cNvSpPr>
            <a:spLocks xmlns:a="http://schemas.openxmlformats.org/drawingml/2006/main" noGrp="1"/>
          </p:cNvSpPr>
          <p:nvPr/>
        </p:nvSpPr>
        <p:spPr>
          <a:xfrm xmlns:a="http://schemas.openxmlformats.org/drawingml/2006/main">
            <a:off x="893445" y="2424589"/>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0" name="line-9">
            <a:extLst xmlns:a="http://schemas.openxmlformats.org/drawingml/2006/main">
              <a:ext uri="{FF2B5EF4-FFF2-40B4-BE49-F238E27FC236}">
                <a16:creationId xmlns:a16="http://schemas.microsoft.com/office/drawing/2014/main" id="{1D5DBB75-D661-4805-90BC-2463694840CD}"/>
              </a:ext>
            </a:extLst>
          </p:cNvPr>
          <p:cNvSpPr>
            <a:spLocks xmlns:a="http://schemas.openxmlformats.org/drawingml/2006/main" noGrp="1"/>
          </p:cNvSpPr>
          <p:nvPr/>
        </p:nvSpPr>
        <p:spPr>
          <a:xfrm xmlns:a="http://schemas.openxmlformats.org/drawingml/2006/main">
            <a:off x="989838" y="2437448"/>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1" name="glyph-rect-10">
            <a:extLst xmlns:a="http://schemas.openxmlformats.org/drawingml/2006/main">
              <a:ext uri="{FF2B5EF4-FFF2-40B4-BE49-F238E27FC236}">
                <a16:creationId xmlns:a16="http://schemas.microsoft.com/office/drawing/2014/main" id="{70F6DF79-4AE0-471E-80EF-9320F238F616}"/>
              </a:ext>
            </a:extLst>
          </p:cNvPr>
          <p:cNvSpPr>
            <a:spLocks xmlns:a="http://schemas.openxmlformats.org/drawingml/2006/main" noGrp="1"/>
          </p:cNvSpPr>
          <p:nvPr/>
        </p:nvSpPr>
        <p:spPr>
          <a:xfrm xmlns:a="http://schemas.openxmlformats.org/drawingml/2006/main">
            <a:off x="859917" y="2510314"/>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12" name="glyph-ellipse-11">
            <a:extLst xmlns:a="http://schemas.openxmlformats.org/drawingml/2006/main">
              <a:ext uri="{FF2B5EF4-FFF2-40B4-BE49-F238E27FC236}">
                <a16:creationId xmlns:a16="http://schemas.microsoft.com/office/drawing/2014/main" id="{FD2AC570-F6E3-49D8-8D5E-DAB59D4FD916}"/>
              </a:ext>
            </a:extLst>
          </p:cNvPr>
          <p:cNvSpPr>
            <a:spLocks xmlns:a="http://schemas.openxmlformats.org/drawingml/2006/main" noGrp="1"/>
          </p:cNvSpPr>
          <p:nvPr/>
        </p:nvSpPr>
        <p:spPr>
          <a:xfrm xmlns:a="http://schemas.openxmlformats.org/drawingml/2006/main">
            <a:off x="893445" y="2531745"/>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3" name="line-12">
            <a:extLst xmlns:a="http://schemas.openxmlformats.org/drawingml/2006/main">
              <a:ext uri="{FF2B5EF4-FFF2-40B4-BE49-F238E27FC236}">
                <a16:creationId xmlns:a16="http://schemas.microsoft.com/office/drawing/2014/main" id="{A24E81DD-202C-4CE1-8F51-D73034B91768}"/>
              </a:ext>
            </a:extLst>
          </p:cNvPr>
          <p:cNvSpPr>
            <a:spLocks xmlns:a="http://schemas.openxmlformats.org/drawingml/2006/main" noGrp="1"/>
          </p:cNvSpPr>
          <p:nvPr/>
        </p:nvSpPr>
        <p:spPr>
          <a:xfrm xmlns:a="http://schemas.openxmlformats.org/drawingml/2006/main">
            <a:off x="989838" y="2544604"/>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4" name="glyph-rect-13">
            <a:extLst xmlns:a="http://schemas.openxmlformats.org/drawingml/2006/main">
              <a:ext uri="{FF2B5EF4-FFF2-40B4-BE49-F238E27FC236}">
                <a16:creationId xmlns:a16="http://schemas.microsoft.com/office/drawing/2014/main" id="{596ACB8E-A4C0-4F20-BA96-93DB8446BACC}"/>
              </a:ext>
            </a:extLst>
          </p:cNvPr>
          <p:cNvSpPr>
            <a:spLocks xmlns:a="http://schemas.openxmlformats.org/drawingml/2006/main" noGrp="1"/>
          </p:cNvSpPr>
          <p:nvPr/>
        </p:nvSpPr>
        <p:spPr>
          <a:xfrm xmlns:a="http://schemas.openxmlformats.org/drawingml/2006/main">
            <a:off x="859917" y="2617470"/>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15" name="glyph-ellipse-14">
            <a:extLst xmlns:a="http://schemas.openxmlformats.org/drawingml/2006/main">
              <a:ext uri="{FF2B5EF4-FFF2-40B4-BE49-F238E27FC236}">
                <a16:creationId xmlns:a16="http://schemas.microsoft.com/office/drawing/2014/main" id="{46C1C68D-2773-4D29-839E-2E31DA2673C6}"/>
              </a:ext>
            </a:extLst>
          </p:cNvPr>
          <p:cNvSpPr>
            <a:spLocks xmlns:a="http://schemas.openxmlformats.org/drawingml/2006/main" noGrp="1"/>
          </p:cNvSpPr>
          <p:nvPr/>
        </p:nvSpPr>
        <p:spPr>
          <a:xfrm xmlns:a="http://schemas.openxmlformats.org/drawingml/2006/main">
            <a:off x="893445" y="2638901"/>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6" name="line-15">
            <a:extLst xmlns:a="http://schemas.openxmlformats.org/drawingml/2006/main">
              <a:ext uri="{FF2B5EF4-FFF2-40B4-BE49-F238E27FC236}">
                <a16:creationId xmlns:a16="http://schemas.microsoft.com/office/drawing/2014/main" id="{620D46DF-54D0-4CC8-AEFC-36B4E7BE0FE5}"/>
              </a:ext>
            </a:extLst>
          </p:cNvPr>
          <p:cNvSpPr>
            <a:spLocks xmlns:a="http://schemas.openxmlformats.org/drawingml/2006/main" noGrp="1"/>
          </p:cNvSpPr>
          <p:nvPr/>
        </p:nvSpPr>
        <p:spPr>
          <a:xfrm xmlns:a="http://schemas.openxmlformats.org/drawingml/2006/main">
            <a:off x="989838" y="2651760"/>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7" name="text-16">
            <a:extLst xmlns:a="http://schemas.openxmlformats.org/drawingml/2006/main">
              <a:ext uri="{FF2B5EF4-FFF2-40B4-BE49-F238E27FC236}">
                <a16:creationId xmlns:a16="http://schemas.microsoft.com/office/drawing/2014/main" id="{0992486C-3102-4BDA-864A-6F0699821E44}"/>
              </a:ext>
            </a:extLst>
          </p:cNvPr>
          <p:cNvSpPr>
            <a:spLocks xmlns:a="http://schemas.openxmlformats.org/drawingml/2006/main" noGrp="1"/>
          </p:cNvSpPr>
          <p:nvPr/>
        </p:nvSpPr>
        <p:spPr>
          <a:xfrm xmlns:a="http://schemas.openxmlformats.org/drawingml/2006/main">
            <a:off x="523875" y="2838450"/>
            <a:ext cx="1609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ChatService</a:t>
            </a:r>
          </a:p>
        </p:txBody>
      </p:sp>
      <p:sp>
        <p:nvSpPr>
          <p:cNvPr id="18" name="glyph-hexagon-17">
            <a:extLst xmlns:a="http://schemas.openxmlformats.org/drawingml/2006/main">
              <a:ext uri="{FF2B5EF4-FFF2-40B4-BE49-F238E27FC236}">
                <a16:creationId xmlns:a16="http://schemas.microsoft.com/office/drawing/2014/main" id="{864E12D4-B6C0-40DA-A4A1-FA7D6C33E32C}"/>
              </a:ext>
            </a:extLst>
          </p:cNvPr>
          <p:cNvSpPr>
            <a:spLocks xmlns:a="http://schemas.openxmlformats.org/drawingml/2006/main" noGrp="1"/>
          </p:cNvSpPr>
          <p:nvPr/>
        </p:nvSpPr>
        <p:spPr>
          <a:xfrm xmlns:a="http://schemas.openxmlformats.org/drawingml/2006/main">
            <a:off x="2343150" y="2324100"/>
            <a:ext cx="1885950" cy="504825"/>
          </a:xfrm>
          <a:prstGeom xmlns:a="http://schemas.openxmlformats.org/drawingml/2006/main" prst="hexagon">
            <a:avLst/>
          </a:prstGeom>
          <a:solidFill xmlns:a="http://schemas.openxmlformats.org/drawingml/2006/main">
            <a:srgbClr val="EAF3FD"/>
          </a:solidFill>
          <a:ln xmlns:a="http://schemas.openxmlformats.org/drawingml/2006/main" w="14288">
            <a:solidFill>
              <a:srgbClr val="2166B0"/>
            </a:solidFill>
          </a:ln>
        </p:spPr>
      </p:sp>
      <p:sp>
        <p:nvSpPr>
          <p:cNvPr id="19" name="text-18">
            <a:extLst xmlns:a="http://schemas.openxmlformats.org/drawingml/2006/main">
              <a:ext uri="{FF2B5EF4-FFF2-40B4-BE49-F238E27FC236}">
                <a16:creationId xmlns:a16="http://schemas.microsoft.com/office/drawing/2014/main" id="{6B8A216C-D75D-45E2-BE18-9F9C4D50A50B}"/>
              </a:ext>
            </a:extLst>
          </p:cNvPr>
          <p:cNvSpPr>
            <a:spLocks xmlns:a="http://schemas.openxmlformats.org/drawingml/2006/main" noGrp="1"/>
          </p:cNvSpPr>
          <p:nvPr/>
        </p:nvSpPr>
        <p:spPr>
          <a:xfrm xmlns:a="http://schemas.openxmlformats.org/drawingml/2006/main">
            <a:off x="2514600" y="2352675"/>
            <a:ext cx="1552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总并发调用数</a:t>
            </a:r>
          </a:p>
          <a:p xmlns:a="http://schemas.openxmlformats.org/drawingml/2006/main">
            <a:pPr algn="ctr">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单Agent并发数</a:t>
            </a:r>
          </a:p>
        </p:txBody>
      </p:sp>
      <p:sp>
        <p:nvSpPr>
          <p:cNvPr id="20" name="shape-19">
            <a:extLst xmlns:a="http://schemas.openxmlformats.org/drawingml/2006/main">
              <a:ext uri="{FF2B5EF4-FFF2-40B4-BE49-F238E27FC236}">
                <a16:creationId xmlns:a16="http://schemas.microsoft.com/office/drawing/2014/main" id="{9E505C75-F87E-4608-BFA2-5316B3E82B9C}"/>
              </a:ext>
            </a:extLst>
          </p:cNvPr>
          <p:cNvSpPr>
            <a:spLocks xmlns:a="http://schemas.openxmlformats.org/drawingml/2006/main" noGrp="1"/>
          </p:cNvSpPr>
          <p:nvPr/>
        </p:nvSpPr>
        <p:spPr>
          <a:xfrm xmlns:a="http://schemas.openxmlformats.org/drawingml/2006/main">
            <a:off x="1228725"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21" name="shape-20">
            <a:extLst xmlns:a="http://schemas.openxmlformats.org/drawingml/2006/main">
              <a:ext uri="{FF2B5EF4-FFF2-40B4-BE49-F238E27FC236}">
                <a16:creationId xmlns:a16="http://schemas.microsoft.com/office/drawing/2014/main" id="{B3AA891D-1A41-4FB9-A9AB-6B408ACBEC00}"/>
              </a:ext>
            </a:extLst>
          </p:cNvPr>
          <p:cNvSpPr>
            <a:spLocks xmlns:a="http://schemas.openxmlformats.org/drawingml/2006/main" noGrp="1"/>
          </p:cNvSpPr>
          <p:nvPr/>
        </p:nvSpPr>
        <p:spPr>
          <a:xfrm xmlns:a="http://schemas.openxmlformats.org/drawingml/2006/main">
            <a:off x="23431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04" name=""/>
          <p:cNvCxnSpPr>
            <a:stCxn xmlns:a="http://schemas.openxmlformats.org/drawingml/2006/main" id="20" idx="3"/>
            <a:endCxn xmlns:a="http://schemas.openxmlformats.org/drawingml/2006/main" id="21" idx="1"/>
          </p:cNvCxnSpPr>
          <p:nvPr/>
        </p:nvCxnSpPr>
        <p:spPr>
          <a:xfrm xmlns:a="http://schemas.openxmlformats.org/drawingml/2006/main">
            <a:off x="1238250" y="2566988"/>
            <a:ext cx="110490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23" name="text-22">
            <a:extLst xmlns:a="http://schemas.openxmlformats.org/drawingml/2006/main">
              <a:ext uri="{FF2B5EF4-FFF2-40B4-BE49-F238E27FC236}">
                <a16:creationId xmlns:a16="http://schemas.microsoft.com/office/drawing/2014/main" id="{FC4D8139-1DAB-4CE1-93E4-9BD901187A64}"/>
              </a:ext>
            </a:extLst>
          </p:cNvPr>
          <p:cNvSpPr>
            <a:spLocks xmlns:a="http://schemas.openxmlformats.org/drawingml/2006/main" noGrp="1"/>
          </p:cNvSpPr>
          <p:nvPr/>
        </p:nvSpPr>
        <p:spPr>
          <a:xfrm xmlns:a="http://schemas.openxmlformats.org/drawingml/2006/main">
            <a:off x="2390775" y="2876550"/>
            <a:ext cx="1790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同时调用数量上限</a:t>
            </a:r>
          </a:p>
        </p:txBody>
      </p:sp>
      <p:sp>
        <p:nvSpPr>
          <p:cNvPr id="24" name="glyph-ellipse-23">
            <a:extLst xmlns:a="http://schemas.openxmlformats.org/drawingml/2006/main">
              <a:ext uri="{FF2B5EF4-FFF2-40B4-BE49-F238E27FC236}">
                <a16:creationId xmlns:a16="http://schemas.microsoft.com/office/drawing/2014/main" id="{C305AE03-7D8D-420C-A3B0-309B481E39CA}"/>
              </a:ext>
            </a:extLst>
          </p:cNvPr>
          <p:cNvSpPr>
            <a:spLocks xmlns:a="http://schemas.openxmlformats.org/drawingml/2006/main" noGrp="1"/>
          </p:cNvSpPr>
          <p:nvPr/>
        </p:nvSpPr>
        <p:spPr>
          <a:xfrm xmlns:a="http://schemas.openxmlformats.org/drawingml/2006/main">
            <a:off x="5019675" y="2381250"/>
            <a:ext cx="371475" cy="371475"/>
          </a:xfrm>
          <a:prstGeom xmlns:a="http://schemas.openxmlformats.org/drawingml/2006/main" prst="ellipse">
            <a:avLst/>
          </a:prstGeom>
          <a:solidFill xmlns:a="http://schemas.openxmlformats.org/drawingml/2006/main">
            <a:srgbClr val="FFFFFF"/>
          </a:solidFill>
          <a:ln xmlns:a="http://schemas.openxmlformats.org/drawingml/2006/main" w="16193">
            <a:solidFill>
              <a:srgbClr val="2166B0"/>
            </a:solidFill>
          </a:ln>
        </p:spPr>
      </p:sp>
      <p:sp>
        <p:nvSpPr>
          <p:cNvPr id="25" name="line-24">
            <a:extLst xmlns:a="http://schemas.openxmlformats.org/drawingml/2006/main">
              <a:ext uri="{FF2B5EF4-FFF2-40B4-BE49-F238E27FC236}">
                <a16:creationId xmlns:a16="http://schemas.microsoft.com/office/drawing/2014/main" id="{440A1FF5-36B8-40BD-8AFB-345D210F4C43}"/>
              </a:ext>
            </a:extLst>
          </p:cNvPr>
          <p:cNvSpPr>
            <a:spLocks xmlns:a="http://schemas.openxmlformats.org/drawingml/2006/main" noGrp="1"/>
          </p:cNvSpPr>
          <p:nvPr/>
        </p:nvSpPr>
        <p:spPr>
          <a:xfrm xmlns:a="http://schemas.openxmlformats.org/drawingml/2006/main">
            <a:off x="5205413" y="2448116"/>
            <a:ext cx="0" cy="118872"/>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26" name="line-25">
            <a:extLst xmlns:a="http://schemas.openxmlformats.org/drawingml/2006/main">
              <a:ext uri="{FF2B5EF4-FFF2-40B4-BE49-F238E27FC236}">
                <a16:creationId xmlns:a16="http://schemas.microsoft.com/office/drawing/2014/main" id="{CBECD202-7ED2-4C19-BC80-99DA3361F6F6}"/>
              </a:ext>
            </a:extLst>
          </p:cNvPr>
          <p:cNvSpPr>
            <a:spLocks xmlns:a="http://schemas.openxmlformats.org/drawingml/2006/main" noGrp="1"/>
          </p:cNvSpPr>
          <p:nvPr/>
        </p:nvSpPr>
        <p:spPr>
          <a:xfrm xmlns:a="http://schemas.openxmlformats.org/drawingml/2006/main">
            <a:off x="5205413" y="2566988"/>
            <a:ext cx="96583" cy="55721"/>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27" name="shape-26">
            <a:extLst xmlns:a="http://schemas.openxmlformats.org/drawingml/2006/main">
              <a:ext uri="{FF2B5EF4-FFF2-40B4-BE49-F238E27FC236}">
                <a16:creationId xmlns:a16="http://schemas.microsoft.com/office/drawing/2014/main" id="{11027C13-4CF3-43EA-94C0-648CA990F09C}"/>
              </a:ext>
            </a:extLst>
          </p:cNvPr>
          <p:cNvSpPr>
            <a:spLocks xmlns:a="http://schemas.openxmlformats.org/drawingml/2006/main" noGrp="1"/>
          </p:cNvSpPr>
          <p:nvPr/>
        </p:nvSpPr>
        <p:spPr>
          <a:xfrm xmlns:a="http://schemas.openxmlformats.org/drawingml/2006/main">
            <a:off x="422910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28" name="shape-27">
            <a:extLst xmlns:a="http://schemas.openxmlformats.org/drawingml/2006/main">
              <a:ext uri="{FF2B5EF4-FFF2-40B4-BE49-F238E27FC236}">
                <a16:creationId xmlns:a16="http://schemas.microsoft.com/office/drawing/2014/main" id="{38ED1E98-A15E-4F87-BD0F-FC5770E5AC34}"/>
              </a:ext>
            </a:extLst>
          </p:cNvPr>
          <p:cNvSpPr>
            <a:spLocks xmlns:a="http://schemas.openxmlformats.org/drawingml/2006/main" noGrp="1"/>
          </p:cNvSpPr>
          <p:nvPr/>
        </p:nvSpPr>
        <p:spPr>
          <a:xfrm xmlns:a="http://schemas.openxmlformats.org/drawingml/2006/main">
            <a:off x="5019675"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11" name=""/>
          <p:cNvCxnSpPr>
            <a:stCxn xmlns:a="http://schemas.openxmlformats.org/drawingml/2006/main" id="27" idx="3"/>
            <a:endCxn xmlns:a="http://schemas.openxmlformats.org/drawingml/2006/main" id="28" idx="1"/>
          </p:cNvCxnSpPr>
          <p:nvPr/>
        </p:nvCxnSpPr>
        <p:spPr>
          <a:xfrm xmlns:a="http://schemas.openxmlformats.org/drawingml/2006/main">
            <a:off x="4238625" y="2566988"/>
            <a:ext cx="78105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30" name="text-29">
            <a:extLst xmlns:a="http://schemas.openxmlformats.org/drawingml/2006/main">
              <a:ext uri="{FF2B5EF4-FFF2-40B4-BE49-F238E27FC236}">
                <a16:creationId xmlns:a16="http://schemas.microsoft.com/office/drawing/2014/main" id="{530E760E-61AA-47C7-A126-2DEFCA6289BA}"/>
              </a:ext>
            </a:extLst>
          </p:cNvPr>
          <p:cNvSpPr>
            <a:spLocks xmlns:a="http://schemas.openxmlformats.org/drawingml/2006/main" noGrp="1"/>
          </p:cNvSpPr>
          <p:nvPr/>
        </p:nvSpPr>
        <p:spPr>
          <a:xfrm xmlns:a="http://schemas.openxmlformats.org/drawingml/2006/main">
            <a:off x="4314825" y="28384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各阶段与整体设期限</a:t>
            </a:r>
          </a:p>
        </p:txBody>
      </p:sp>
      <p:sp>
        <p:nvSpPr>
          <p:cNvPr id="31" name="glyph-roundRect-30">
            <a:extLst xmlns:a="http://schemas.openxmlformats.org/drawingml/2006/main">
              <a:ext uri="{FF2B5EF4-FFF2-40B4-BE49-F238E27FC236}">
                <a16:creationId xmlns:a16="http://schemas.microsoft.com/office/drawing/2014/main" id="{D3932FD9-5B38-49FE-8FCD-3ACF883A5B6B}"/>
              </a:ext>
            </a:extLst>
          </p:cNvPr>
          <p:cNvSpPr>
            <a:spLocks xmlns:a="http://schemas.openxmlformats.org/drawingml/2006/main" noGrp="1"/>
          </p:cNvSpPr>
          <p:nvPr/>
        </p:nvSpPr>
        <p:spPr>
          <a:xfrm xmlns:a="http://schemas.openxmlformats.org/drawingml/2006/main">
            <a:off x="6877050" y="2343150"/>
            <a:ext cx="419100" cy="428625"/>
          </a:xfrm>
          <a:prstGeom xmlns:a="http://schemas.openxmlformats.org/drawingml/2006/main" prst="roundRect">
            <a:avLst>
              <a:gd name="adj" fmla="val 18182"/>
            </a:avLst>
          </a:prstGeom>
          <a:solidFill xmlns:a="http://schemas.openxmlformats.org/drawingml/2006/main">
            <a:srgbClr val="F3F7FD"/>
          </a:solidFill>
          <a:ln xmlns:a="http://schemas.openxmlformats.org/drawingml/2006/main" w="15240">
            <a:solidFill>
              <a:srgbClr val="163A63"/>
            </a:solidFill>
          </a:ln>
        </p:spPr>
      </p:sp>
      <p:sp>
        <p:nvSpPr>
          <p:cNvPr id="32" name="glyph-rect-31">
            <a:extLst xmlns:a="http://schemas.openxmlformats.org/drawingml/2006/main">
              <a:ext uri="{FF2B5EF4-FFF2-40B4-BE49-F238E27FC236}">
                <a16:creationId xmlns:a16="http://schemas.microsoft.com/office/drawing/2014/main" id="{5D56C2C4-D654-4732-B885-A4F41667FAB8}"/>
              </a:ext>
            </a:extLst>
          </p:cNvPr>
          <p:cNvSpPr>
            <a:spLocks xmlns:a="http://schemas.openxmlformats.org/drawingml/2006/main" noGrp="1"/>
          </p:cNvSpPr>
          <p:nvPr/>
        </p:nvSpPr>
        <p:spPr>
          <a:xfrm xmlns:a="http://schemas.openxmlformats.org/drawingml/2006/main">
            <a:off x="6927342" y="2403158"/>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3" name="glyph-ellipse-32">
            <a:extLst xmlns:a="http://schemas.openxmlformats.org/drawingml/2006/main">
              <a:ext uri="{FF2B5EF4-FFF2-40B4-BE49-F238E27FC236}">
                <a16:creationId xmlns:a16="http://schemas.microsoft.com/office/drawing/2014/main" id="{B7DDE9CF-66F6-43E7-BF1F-9B4728792181}"/>
              </a:ext>
            </a:extLst>
          </p:cNvPr>
          <p:cNvSpPr>
            <a:spLocks xmlns:a="http://schemas.openxmlformats.org/drawingml/2006/main" noGrp="1"/>
          </p:cNvSpPr>
          <p:nvPr/>
        </p:nvSpPr>
        <p:spPr>
          <a:xfrm xmlns:a="http://schemas.openxmlformats.org/drawingml/2006/main">
            <a:off x="6960870" y="2424589"/>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34" name="line-33">
            <a:extLst xmlns:a="http://schemas.openxmlformats.org/drawingml/2006/main">
              <a:ext uri="{FF2B5EF4-FFF2-40B4-BE49-F238E27FC236}">
                <a16:creationId xmlns:a16="http://schemas.microsoft.com/office/drawing/2014/main" id="{3F9540B3-BD6F-477D-A015-AAF497A3F86B}"/>
              </a:ext>
            </a:extLst>
          </p:cNvPr>
          <p:cNvSpPr>
            <a:spLocks xmlns:a="http://schemas.openxmlformats.org/drawingml/2006/main" noGrp="1"/>
          </p:cNvSpPr>
          <p:nvPr/>
        </p:nvSpPr>
        <p:spPr>
          <a:xfrm xmlns:a="http://schemas.openxmlformats.org/drawingml/2006/main">
            <a:off x="7057263" y="2437448"/>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35" name="glyph-rect-34">
            <a:extLst xmlns:a="http://schemas.openxmlformats.org/drawingml/2006/main">
              <a:ext uri="{FF2B5EF4-FFF2-40B4-BE49-F238E27FC236}">
                <a16:creationId xmlns:a16="http://schemas.microsoft.com/office/drawing/2014/main" id="{2338CF88-BB8B-405E-99C4-B61F6D6875FA}"/>
              </a:ext>
            </a:extLst>
          </p:cNvPr>
          <p:cNvSpPr>
            <a:spLocks xmlns:a="http://schemas.openxmlformats.org/drawingml/2006/main" noGrp="1"/>
          </p:cNvSpPr>
          <p:nvPr/>
        </p:nvSpPr>
        <p:spPr>
          <a:xfrm xmlns:a="http://schemas.openxmlformats.org/drawingml/2006/main">
            <a:off x="6927342" y="2510314"/>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6" name="glyph-ellipse-35">
            <a:extLst xmlns:a="http://schemas.openxmlformats.org/drawingml/2006/main">
              <a:ext uri="{FF2B5EF4-FFF2-40B4-BE49-F238E27FC236}">
                <a16:creationId xmlns:a16="http://schemas.microsoft.com/office/drawing/2014/main" id="{CF897487-DB65-49AA-B344-5D96C9AFF328}"/>
              </a:ext>
            </a:extLst>
          </p:cNvPr>
          <p:cNvSpPr>
            <a:spLocks xmlns:a="http://schemas.openxmlformats.org/drawingml/2006/main" noGrp="1"/>
          </p:cNvSpPr>
          <p:nvPr/>
        </p:nvSpPr>
        <p:spPr>
          <a:xfrm xmlns:a="http://schemas.openxmlformats.org/drawingml/2006/main">
            <a:off x="6960870" y="2531745"/>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37" name="line-36">
            <a:extLst xmlns:a="http://schemas.openxmlformats.org/drawingml/2006/main">
              <a:ext uri="{FF2B5EF4-FFF2-40B4-BE49-F238E27FC236}">
                <a16:creationId xmlns:a16="http://schemas.microsoft.com/office/drawing/2014/main" id="{BC2DA59E-9265-4038-BAE5-3366A674DE07}"/>
              </a:ext>
            </a:extLst>
          </p:cNvPr>
          <p:cNvSpPr>
            <a:spLocks xmlns:a="http://schemas.openxmlformats.org/drawingml/2006/main" noGrp="1"/>
          </p:cNvSpPr>
          <p:nvPr/>
        </p:nvSpPr>
        <p:spPr>
          <a:xfrm xmlns:a="http://schemas.openxmlformats.org/drawingml/2006/main">
            <a:off x="7057263" y="2544604"/>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38" name="glyph-rect-37">
            <a:extLst xmlns:a="http://schemas.openxmlformats.org/drawingml/2006/main">
              <a:ext uri="{FF2B5EF4-FFF2-40B4-BE49-F238E27FC236}">
                <a16:creationId xmlns:a16="http://schemas.microsoft.com/office/drawing/2014/main" id="{39C82C78-0003-4AB8-874B-45563479AED8}"/>
              </a:ext>
            </a:extLst>
          </p:cNvPr>
          <p:cNvSpPr>
            <a:spLocks xmlns:a="http://schemas.openxmlformats.org/drawingml/2006/main" noGrp="1"/>
          </p:cNvSpPr>
          <p:nvPr/>
        </p:nvSpPr>
        <p:spPr>
          <a:xfrm xmlns:a="http://schemas.openxmlformats.org/drawingml/2006/main">
            <a:off x="6927342" y="2617470"/>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9" name="glyph-ellipse-38">
            <a:extLst xmlns:a="http://schemas.openxmlformats.org/drawingml/2006/main">
              <a:ext uri="{FF2B5EF4-FFF2-40B4-BE49-F238E27FC236}">
                <a16:creationId xmlns:a16="http://schemas.microsoft.com/office/drawing/2014/main" id="{A49EADDE-7F4A-473C-96A0-D5DB2A110BF1}"/>
              </a:ext>
            </a:extLst>
          </p:cNvPr>
          <p:cNvSpPr>
            <a:spLocks xmlns:a="http://schemas.openxmlformats.org/drawingml/2006/main" noGrp="1"/>
          </p:cNvSpPr>
          <p:nvPr/>
        </p:nvSpPr>
        <p:spPr>
          <a:xfrm xmlns:a="http://schemas.openxmlformats.org/drawingml/2006/main">
            <a:off x="6960870" y="2638901"/>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40" name="line-39">
            <a:extLst xmlns:a="http://schemas.openxmlformats.org/drawingml/2006/main">
              <a:ext uri="{FF2B5EF4-FFF2-40B4-BE49-F238E27FC236}">
                <a16:creationId xmlns:a16="http://schemas.microsoft.com/office/drawing/2014/main" id="{DEEA2990-0143-4FE1-BEF1-4D2239C1DADD}"/>
              </a:ext>
            </a:extLst>
          </p:cNvPr>
          <p:cNvSpPr>
            <a:spLocks xmlns:a="http://schemas.openxmlformats.org/drawingml/2006/main" noGrp="1"/>
          </p:cNvSpPr>
          <p:nvPr/>
        </p:nvSpPr>
        <p:spPr>
          <a:xfrm xmlns:a="http://schemas.openxmlformats.org/drawingml/2006/main">
            <a:off x="7057263" y="2651760"/>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41" name="text-40">
            <a:extLst xmlns:a="http://schemas.openxmlformats.org/drawingml/2006/main">
              <a:ext uri="{FF2B5EF4-FFF2-40B4-BE49-F238E27FC236}">
                <a16:creationId xmlns:a16="http://schemas.microsoft.com/office/drawing/2014/main" id="{AC61ECD6-17BC-48D9-A7A9-74BAB3F665B7}"/>
              </a:ext>
            </a:extLst>
          </p:cNvPr>
          <p:cNvSpPr>
            <a:spLocks xmlns:a="http://schemas.openxmlformats.org/drawingml/2006/main" noGrp="1"/>
          </p:cNvSpPr>
          <p:nvPr/>
        </p:nvSpPr>
        <p:spPr>
          <a:xfrm xmlns:a="http://schemas.openxmlformats.org/drawingml/2006/main">
            <a:off x="6429375" y="28384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agentService</a:t>
            </a:r>
          </a:p>
        </p:txBody>
      </p:sp>
      <p:sp>
        <p:nvSpPr>
          <p:cNvPr id="42" name="shape-41">
            <a:extLst xmlns:a="http://schemas.openxmlformats.org/drawingml/2006/main">
              <a:ext uri="{FF2B5EF4-FFF2-40B4-BE49-F238E27FC236}">
                <a16:creationId xmlns:a16="http://schemas.microsoft.com/office/drawing/2014/main" id="{623CC967-3A24-46E0-AFFB-F38012EC4100}"/>
              </a:ext>
            </a:extLst>
          </p:cNvPr>
          <p:cNvSpPr>
            <a:spLocks xmlns:a="http://schemas.openxmlformats.org/drawingml/2006/main" noGrp="1"/>
          </p:cNvSpPr>
          <p:nvPr/>
        </p:nvSpPr>
        <p:spPr>
          <a:xfrm xmlns:a="http://schemas.openxmlformats.org/drawingml/2006/main">
            <a:off x="539115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43" name="shape-42">
            <a:extLst xmlns:a="http://schemas.openxmlformats.org/drawingml/2006/main">
              <a:ext uri="{FF2B5EF4-FFF2-40B4-BE49-F238E27FC236}">
                <a16:creationId xmlns:a16="http://schemas.microsoft.com/office/drawing/2014/main" id="{8B016AEC-12A7-45E6-AD8A-24A48BB3B15C}"/>
              </a:ext>
            </a:extLst>
          </p:cNvPr>
          <p:cNvSpPr>
            <a:spLocks xmlns:a="http://schemas.openxmlformats.org/drawingml/2006/main" noGrp="1"/>
          </p:cNvSpPr>
          <p:nvPr/>
        </p:nvSpPr>
        <p:spPr>
          <a:xfrm xmlns:a="http://schemas.openxmlformats.org/drawingml/2006/main">
            <a:off x="68770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26" name=""/>
          <p:cNvCxnSpPr>
            <a:stCxn xmlns:a="http://schemas.openxmlformats.org/drawingml/2006/main" id="42" idx="3"/>
            <a:endCxn xmlns:a="http://schemas.openxmlformats.org/drawingml/2006/main" id="43" idx="1"/>
          </p:cNvCxnSpPr>
          <p:nvPr/>
        </p:nvCxnSpPr>
        <p:spPr>
          <a:xfrm xmlns:a="http://schemas.openxmlformats.org/drawingml/2006/main">
            <a:off x="5400675" y="2566988"/>
            <a:ext cx="14763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45" name="glyph-cloud-44">
            <a:extLst xmlns:a="http://schemas.openxmlformats.org/drawingml/2006/main">
              <a:ext uri="{FF2B5EF4-FFF2-40B4-BE49-F238E27FC236}">
                <a16:creationId xmlns:a16="http://schemas.microsoft.com/office/drawing/2014/main" id="{F06FACAF-BA39-416B-A140-C3E8EDA8B196}"/>
              </a:ext>
            </a:extLst>
          </p:cNvPr>
          <p:cNvSpPr>
            <a:spLocks xmlns:a="http://schemas.openxmlformats.org/drawingml/2006/main" noGrp="1"/>
          </p:cNvSpPr>
          <p:nvPr/>
        </p:nvSpPr>
        <p:spPr>
          <a:xfrm xmlns:a="http://schemas.openxmlformats.org/drawingml/2006/main">
            <a:off x="8743950" y="2257425"/>
            <a:ext cx="1133475" cy="590550"/>
          </a:xfrm>
          <a:prstGeom xmlns:a="http://schemas.openxmlformats.org/drawingml/2006/main" prst="cloud">
            <a:avLst/>
          </a:prstGeom>
          <a:solidFill xmlns:a="http://schemas.openxmlformats.org/drawingml/2006/main">
            <a:srgbClr val="EEF4FC"/>
          </a:solidFill>
          <a:ln xmlns:a="http://schemas.openxmlformats.org/drawingml/2006/main" w="16193">
            <a:solidFill>
              <a:srgbClr val="416FA8"/>
            </a:solidFill>
          </a:ln>
        </p:spPr>
      </p:sp>
      <p:sp>
        <p:nvSpPr>
          <p:cNvPr id="46" name="text-45">
            <a:extLst xmlns:a="http://schemas.openxmlformats.org/drawingml/2006/main">
              <a:ext uri="{FF2B5EF4-FFF2-40B4-BE49-F238E27FC236}">
                <a16:creationId xmlns:a16="http://schemas.microsoft.com/office/drawing/2014/main" id="{111A181B-85CB-4BC3-861E-7A17C9930622}"/>
              </a:ext>
            </a:extLst>
          </p:cNvPr>
          <p:cNvSpPr>
            <a:spLocks xmlns:a="http://schemas.openxmlformats.org/drawingml/2006/main" noGrp="1"/>
          </p:cNvSpPr>
          <p:nvPr/>
        </p:nvSpPr>
        <p:spPr>
          <a:xfrm xmlns:a="http://schemas.openxmlformats.org/drawingml/2006/main">
            <a:off x="9048750" y="239077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API</a:t>
            </a:r>
          </a:p>
        </p:txBody>
      </p:sp>
      <p:sp>
        <p:nvSpPr>
          <p:cNvPr id="47" name="shape-46">
            <a:extLst xmlns:a="http://schemas.openxmlformats.org/drawingml/2006/main">
              <a:ext uri="{FF2B5EF4-FFF2-40B4-BE49-F238E27FC236}">
                <a16:creationId xmlns:a16="http://schemas.microsoft.com/office/drawing/2014/main" id="{7AA0D54D-E707-414B-9D7E-8D5296F64E5C}"/>
              </a:ext>
            </a:extLst>
          </p:cNvPr>
          <p:cNvSpPr>
            <a:spLocks xmlns:a="http://schemas.openxmlformats.org/drawingml/2006/main" noGrp="1"/>
          </p:cNvSpPr>
          <p:nvPr/>
        </p:nvSpPr>
        <p:spPr>
          <a:xfrm xmlns:a="http://schemas.openxmlformats.org/drawingml/2006/main">
            <a:off x="729615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48" name="shape-47">
            <a:extLst xmlns:a="http://schemas.openxmlformats.org/drawingml/2006/main">
              <a:ext uri="{FF2B5EF4-FFF2-40B4-BE49-F238E27FC236}">
                <a16:creationId xmlns:a16="http://schemas.microsoft.com/office/drawing/2014/main" id="{56ED3717-08D0-41D4-9784-C6C199EE2633}"/>
              </a:ext>
            </a:extLst>
          </p:cNvPr>
          <p:cNvSpPr>
            <a:spLocks xmlns:a="http://schemas.openxmlformats.org/drawingml/2006/main" noGrp="1"/>
          </p:cNvSpPr>
          <p:nvPr/>
        </p:nvSpPr>
        <p:spPr>
          <a:xfrm xmlns:a="http://schemas.openxmlformats.org/drawingml/2006/main">
            <a:off x="87439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31" name=""/>
          <p:cNvCxnSpPr>
            <a:stCxn xmlns:a="http://schemas.openxmlformats.org/drawingml/2006/main" id="47" idx="3"/>
            <a:endCxn xmlns:a="http://schemas.openxmlformats.org/drawingml/2006/main" id="48" idx="1"/>
          </p:cNvCxnSpPr>
          <p:nvPr/>
        </p:nvCxnSpPr>
        <p:spPr>
          <a:xfrm xmlns:a="http://schemas.openxmlformats.org/drawingml/2006/main">
            <a:off x="7305675" y="2566988"/>
            <a:ext cx="14382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50" name="text-49">
            <a:extLst xmlns:a="http://schemas.openxmlformats.org/drawingml/2006/main">
              <a:ext uri="{FF2B5EF4-FFF2-40B4-BE49-F238E27FC236}">
                <a16:creationId xmlns:a16="http://schemas.microsoft.com/office/drawing/2014/main" id="{5AD991E4-F8E0-4A94-BE90-E13E5C27DBEB}"/>
              </a:ext>
            </a:extLst>
          </p:cNvPr>
          <p:cNvSpPr>
            <a:spLocks xmlns:a="http://schemas.openxmlformats.org/drawingml/2006/main" noGrp="1"/>
          </p:cNvSpPr>
          <p:nvPr/>
        </p:nvSpPr>
        <p:spPr>
          <a:xfrm xmlns:a="http://schemas.openxmlformats.org/drawingml/2006/main">
            <a:off x="7639050" y="2276475"/>
            <a:ext cx="8858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skillId</a:t>
            </a:r>
          </a:p>
        </p:txBody>
      </p:sp>
      <p:sp>
        <p:nvSpPr>
          <p:cNvPr id="51" name="text-50">
            <a:extLst xmlns:a="http://schemas.openxmlformats.org/drawingml/2006/main">
              <a:ext uri="{FF2B5EF4-FFF2-40B4-BE49-F238E27FC236}">
                <a16:creationId xmlns:a16="http://schemas.microsoft.com/office/drawing/2014/main" id="{78C3DCC8-96E9-4E70-AB2C-A31E078D5D3C}"/>
              </a:ext>
            </a:extLst>
          </p:cNvPr>
          <p:cNvSpPr>
            <a:spLocks xmlns:a="http://schemas.openxmlformats.org/drawingml/2006/main" noGrp="1"/>
          </p:cNvSpPr>
          <p:nvPr/>
        </p:nvSpPr>
        <p:spPr>
          <a:xfrm xmlns:a="http://schemas.openxmlformats.org/drawingml/2006/main">
            <a:off x="8181975" y="2838450"/>
            <a:ext cx="1790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DomainAgent</a:t>
            </a:r>
          </a:p>
        </p:txBody>
      </p:sp>
      <p:sp>
        <p:nvSpPr>
          <p:cNvPr id="52" name="text-51">
            <a:extLst xmlns:a="http://schemas.openxmlformats.org/drawingml/2006/main">
              <a:ext uri="{FF2B5EF4-FFF2-40B4-BE49-F238E27FC236}">
                <a16:creationId xmlns:a16="http://schemas.microsoft.com/office/drawing/2014/main" id="{5A813115-DDF6-4A91-9285-E85674F18BA3}"/>
              </a:ext>
            </a:extLst>
          </p:cNvPr>
          <p:cNvSpPr>
            <a:spLocks xmlns:a="http://schemas.openxmlformats.org/drawingml/2006/main" noGrp="1"/>
          </p:cNvSpPr>
          <p:nvPr/>
        </p:nvSpPr>
        <p:spPr>
          <a:xfrm xmlns:a="http://schemas.openxmlformats.org/drawingml/2006/main">
            <a:off x="552450" y="3267075"/>
            <a:ext cx="14382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普通流</a:t>
            </a:r>
          </a:p>
        </p:txBody>
      </p:sp>
      <p:sp>
        <p:nvSpPr>
          <p:cNvPr id="53" name="text-52">
            <a:extLst xmlns:a="http://schemas.openxmlformats.org/drawingml/2006/main">
              <a:ext uri="{FF2B5EF4-FFF2-40B4-BE49-F238E27FC236}">
                <a16:creationId xmlns:a16="http://schemas.microsoft.com/office/drawing/2014/main" id="{D817238A-891C-4527-A390-A30183C32DDB}"/>
              </a:ext>
            </a:extLst>
          </p:cNvPr>
          <p:cNvSpPr>
            <a:spLocks xmlns:a="http://schemas.openxmlformats.org/drawingml/2006/main" noGrp="1"/>
          </p:cNvSpPr>
          <p:nvPr/>
        </p:nvSpPr>
        <p:spPr>
          <a:xfrm xmlns:a="http://schemas.openxmlformats.org/drawingml/2006/main">
            <a:off x="2038350" y="3228975"/>
            <a:ext cx="17240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调用前等待</a:t>
            </a:r>
          </a:p>
        </p:txBody>
      </p:sp>
      <p:sp>
        <p:nvSpPr>
          <p:cNvPr id="54" name="text-53">
            <a:extLst xmlns:a="http://schemas.openxmlformats.org/drawingml/2006/main">
              <a:ext uri="{FF2B5EF4-FFF2-40B4-BE49-F238E27FC236}">
                <a16:creationId xmlns:a16="http://schemas.microsoft.com/office/drawing/2014/main" id="{257241A9-137F-497E-ACE5-39F719A53F2B}"/>
              </a:ext>
            </a:extLst>
          </p:cNvPr>
          <p:cNvSpPr>
            <a:spLocks xmlns:a="http://schemas.openxmlformats.org/drawingml/2006/main" noGrp="1"/>
          </p:cNvSpPr>
          <p:nvPr/>
        </p:nvSpPr>
        <p:spPr>
          <a:xfrm xmlns:a="http://schemas.openxmlformats.org/drawingml/2006/main">
            <a:off x="1990725" y="3543300"/>
            <a:ext cx="18192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取Token / 借连接</a:t>
            </a:r>
          </a:p>
        </p:txBody>
      </p:sp>
      <p:sp>
        <p:nvSpPr>
          <p:cNvPr id="55" name="text-54">
            <a:extLst xmlns:a="http://schemas.openxmlformats.org/drawingml/2006/main">
              <a:ext uri="{FF2B5EF4-FFF2-40B4-BE49-F238E27FC236}">
                <a16:creationId xmlns:a16="http://schemas.microsoft.com/office/drawing/2014/main" id="{47B99339-C47B-4CD8-A971-1CEDE71B31F6}"/>
              </a:ext>
            </a:extLst>
          </p:cNvPr>
          <p:cNvSpPr>
            <a:spLocks xmlns:a="http://schemas.openxmlformats.org/drawingml/2006/main" noGrp="1"/>
          </p:cNvSpPr>
          <p:nvPr/>
        </p:nvSpPr>
        <p:spPr>
          <a:xfrm xmlns:a="http://schemas.openxmlformats.org/drawingml/2006/main">
            <a:off x="4010025" y="3228975"/>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连接与发送</a:t>
            </a:r>
          </a:p>
        </p:txBody>
      </p:sp>
      <p:sp>
        <p:nvSpPr>
          <p:cNvPr id="56" name="text-55">
            <a:extLst xmlns:a="http://schemas.openxmlformats.org/drawingml/2006/main">
              <a:ext uri="{FF2B5EF4-FFF2-40B4-BE49-F238E27FC236}">
                <a16:creationId xmlns:a16="http://schemas.microsoft.com/office/drawing/2014/main" id="{E5E9C07B-B078-4281-A4F6-EFE9E82A2ACC}"/>
              </a:ext>
            </a:extLst>
          </p:cNvPr>
          <p:cNvSpPr>
            <a:spLocks xmlns:a="http://schemas.openxmlformats.org/drawingml/2006/main" noGrp="1"/>
          </p:cNvSpPr>
          <p:nvPr/>
        </p:nvSpPr>
        <p:spPr>
          <a:xfrm xmlns:a="http://schemas.openxmlformats.org/drawingml/2006/main">
            <a:off x="3962400" y="3543300"/>
            <a:ext cx="2047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DNS / TCP / TLS / 发送</a:t>
            </a:r>
          </a:p>
        </p:txBody>
      </p:sp>
      <p:sp>
        <p:nvSpPr>
          <p:cNvPr id="57" name="text-56">
            <a:extLst xmlns:a="http://schemas.openxmlformats.org/drawingml/2006/main">
              <a:ext uri="{FF2B5EF4-FFF2-40B4-BE49-F238E27FC236}">
                <a16:creationId xmlns:a16="http://schemas.microsoft.com/office/drawing/2014/main" id="{2E8F82DF-5EC6-4F51-8C21-4668744D8EAC}"/>
              </a:ext>
            </a:extLst>
          </p:cNvPr>
          <p:cNvSpPr>
            <a:spLocks xmlns:a="http://schemas.openxmlformats.org/drawingml/2006/main" noGrp="1"/>
          </p:cNvSpPr>
          <p:nvPr/>
        </p:nvSpPr>
        <p:spPr>
          <a:xfrm xmlns:a="http://schemas.openxmlformats.org/drawingml/2006/main">
            <a:off x="6238875" y="3228975"/>
            <a:ext cx="1676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首条有效响应</a:t>
            </a:r>
          </a:p>
        </p:txBody>
      </p:sp>
      <p:sp>
        <p:nvSpPr>
          <p:cNvPr id="58" name="text-57">
            <a:extLst xmlns:a="http://schemas.openxmlformats.org/drawingml/2006/main">
              <a:ext uri="{FF2B5EF4-FFF2-40B4-BE49-F238E27FC236}">
                <a16:creationId xmlns:a16="http://schemas.microsoft.com/office/drawing/2014/main" id="{1CA0CC4A-5E9B-4435-81BB-31579B22B3CC}"/>
              </a:ext>
            </a:extLst>
          </p:cNvPr>
          <p:cNvSpPr>
            <a:spLocks xmlns:a="http://schemas.openxmlformats.org/drawingml/2006/main" noGrp="1"/>
          </p:cNvSpPr>
          <p:nvPr/>
        </p:nvSpPr>
        <p:spPr>
          <a:xfrm xmlns:a="http://schemas.openxmlformats.org/drawingml/2006/main">
            <a:off x="6191250" y="3543300"/>
            <a:ext cx="1771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心跳不算有效响应</a:t>
            </a:r>
          </a:p>
        </p:txBody>
      </p:sp>
      <p:sp>
        <p:nvSpPr>
          <p:cNvPr id="59" name="text-58">
            <a:extLst xmlns:a="http://schemas.openxmlformats.org/drawingml/2006/main">
              <a:ext uri="{FF2B5EF4-FFF2-40B4-BE49-F238E27FC236}">
                <a16:creationId xmlns:a16="http://schemas.microsoft.com/office/drawing/2014/main" id="{C542BED7-4C09-4712-9D59-3EEB7BE048B3}"/>
              </a:ext>
            </a:extLst>
          </p:cNvPr>
          <p:cNvSpPr>
            <a:spLocks xmlns:a="http://schemas.openxmlformats.org/drawingml/2006/main" noGrp="1"/>
          </p:cNvSpPr>
          <p:nvPr/>
        </p:nvSpPr>
        <p:spPr>
          <a:xfrm xmlns:a="http://schemas.openxmlformats.org/drawingml/2006/main">
            <a:off x="8115300" y="3228975"/>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持续接收</a:t>
            </a:r>
          </a:p>
        </p:txBody>
      </p:sp>
      <p:sp>
        <p:nvSpPr>
          <p:cNvPr id="60" name="text-59">
            <a:extLst xmlns:a="http://schemas.openxmlformats.org/drawingml/2006/main">
              <a:ext uri="{FF2B5EF4-FFF2-40B4-BE49-F238E27FC236}">
                <a16:creationId xmlns:a16="http://schemas.microsoft.com/office/drawing/2014/main" id="{F7D1F05A-27A0-4F48-8B26-FC5575752081}"/>
              </a:ext>
            </a:extLst>
          </p:cNvPr>
          <p:cNvSpPr>
            <a:spLocks xmlns:a="http://schemas.openxmlformats.org/drawingml/2006/main" noGrp="1"/>
          </p:cNvSpPr>
          <p:nvPr/>
        </p:nvSpPr>
        <p:spPr>
          <a:xfrm xmlns:a="http://schemas.openxmlformats.org/drawingml/2006/main">
            <a:off x="8067675" y="3543300"/>
            <a:ext cx="2047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空闲时限 / 一帧接收时限</a:t>
            </a:r>
          </a:p>
        </p:txBody>
      </p:sp>
      <p:sp>
        <p:nvSpPr>
          <p:cNvPr id="61" name="shape-60">
            <a:extLst xmlns:a="http://schemas.openxmlformats.org/drawingml/2006/main">
              <a:ext uri="{FF2B5EF4-FFF2-40B4-BE49-F238E27FC236}">
                <a16:creationId xmlns:a16="http://schemas.microsoft.com/office/drawing/2014/main" id="{5167BB7F-4E6A-42B1-B61E-7F3CF72ABBB9}"/>
              </a:ext>
            </a:extLst>
          </p:cNvPr>
          <p:cNvSpPr>
            <a:spLocks xmlns:a="http://schemas.openxmlformats.org/drawingml/2006/main" noGrp="1"/>
          </p:cNvSpPr>
          <p:nvPr/>
        </p:nvSpPr>
        <p:spPr>
          <a:xfrm xmlns:a="http://schemas.openxmlformats.org/drawingml/2006/main">
            <a:off x="37623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2" name="shape-61">
            <a:extLst xmlns:a="http://schemas.openxmlformats.org/drawingml/2006/main">
              <a:ext uri="{FF2B5EF4-FFF2-40B4-BE49-F238E27FC236}">
                <a16:creationId xmlns:a16="http://schemas.microsoft.com/office/drawing/2014/main" id="{78565982-DACE-4B9D-A5A4-1B5F4F85E0F1}"/>
              </a:ext>
            </a:extLst>
          </p:cNvPr>
          <p:cNvSpPr>
            <a:spLocks xmlns:a="http://schemas.openxmlformats.org/drawingml/2006/main" noGrp="1"/>
          </p:cNvSpPr>
          <p:nvPr/>
        </p:nvSpPr>
        <p:spPr>
          <a:xfrm xmlns:a="http://schemas.openxmlformats.org/drawingml/2006/main">
            <a:off x="3943350"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45" name=""/>
          <p:cNvCxnSpPr>
            <a:stCxn xmlns:a="http://schemas.openxmlformats.org/drawingml/2006/main" id="61" idx="3"/>
            <a:endCxn xmlns:a="http://schemas.openxmlformats.org/drawingml/2006/main" id="62" idx="1"/>
          </p:cNvCxnSpPr>
          <p:nvPr/>
        </p:nvCxnSpPr>
        <p:spPr>
          <a:xfrm xmlns:a="http://schemas.openxmlformats.org/drawingml/2006/main">
            <a:off x="3771900" y="3367088"/>
            <a:ext cx="17145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64" name="shape-63">
            <a:extLst xmlns:a="http://schemas.openxmlformats.org/drawingml/2006/main">
              <a:ext uri="{FF2B5EF4-FFF2-40B4-BE49-F238E27FC236}">
                <a16:creationId xmlns:a16="http://schemas.microsoft.com/office/drawing/2014/main" id="{2F55C797-EBAA-44B6-9856-91F8B2039362}"/>
              </a:ext>
            </a:extLst>
          </p:cNvPr>
          <p:cNvSpPr>
            <a:spLocks xmlns:a="http://schemas.openxmlformats.org/drawingml/2006/main" noGrp="1"/>
          </p:cNvSpPr>
          <p:nvPr/>
        </p:nvSpPr>
        <p:spPr>
          <a:xfrm xmlns:a="http://schemas.openxmlformats.org/drawingml/2006/main">
            <a:off x="59721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5" name="shape-64">
            <a:extLst xmlns:a="http://schemas.openxmlformats.org/drawingml/2006/main">
              <a:ext uri="{FF2B5EF4-FFF2-40B4-BE49-F238E27FC236}">
                <a16:creationId xmlns:a16="http://schemas.microsoft.com/office/drawing/2014/main" id="{2679C9A7-CC50-4460-84BE-726CEDB772C2}"/>
              </a:ext>
            </a:extLst>
          </p:cNvPr>
          <p:cNvSpPr>
            <a:spLocks xmlns:a="http://schemas.openxmlformats.org/drawingml/2006/main" noGrp="1"/>
          </p:cNvSpPr>
          <p:nvPr/>
        </p:nvSpPr>
        <p:spPr>
          <a:xfrm xmlns:a="http://schemas.openxmlformats.org/drawingml/2006/main">
            <a:off x="6162675"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48" name=""/>
          <p:cNvCxnSpPr>
            <a:stCxn xmlns:a="http://schemas.openxmlformats.org/drawingml/2006/main" id="64" idx="3"/>
            <a:endCxn xmlns:a="http://schemas.openxmlformats.org/drawingml/2006/main" id="65" idx="1"/>
          </p:cNvCxnSpPr>
          <p:nvPr/>
        </p:nvCxnSpPr>
        <p:spPr>
          <a:xfrm xmlns:a="http://schemas.openxmlformats.org/drawingml/2006/main">
            <a:off x="5981700" y="3367088"/>
            <a:ext cx="1809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67" name="shape-66">
            <a:extLst xmlns:a="http://schemas.openxmlformats.org/drawingml/2006/main">
              <a:ext uri="{FF2B5EF4-FFF2-40B4-BE49-F238E27FC236}">
                <a16:creationId xmlns:a16="http://schemas.microsoft.com/office/drawing/2014/main" id="{D5DE76AA-D76B-43A1-98A8-F4390FAAFD99}"/>
              </a:ext>
            </a:extLst>
          </p:cNvPr>
          <p:cNvSpPr>
            <a:spLocks xmlns:a="http://schemas.openxmlformats.org/drawingml/2006/main" noGrp="1"/>
          </p:cNvSpPr>
          <p:nvPr/>
        </p:nvSpPr>
        <p:spPr>
          <a:xfrm xmlns:a="http://schemas.openxmlformats.org/drawingml/2006/main">
            <a:off x="79152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8" name="shape-67">
            <a:extLst xmlns:a="http://schemas.openxmlformats.org/drawingml/2006/main">
              <a:ext uri="{FF2B5EF4-FFF2-40B4-BE49-F238E27FC236}">
                <a16:creationId xmlns:a16="http://schemas.microsoft.com/office/drawing/2014/main" id="{25D66700-4D54-4AFF-9AED-F073326AABCC}"/>
              </a:ext>
            </a:extLst>
          </p:cNvPr>
          <p:cNvSpPr>
            <a:spLocks xmlns:a="http://schemas.openxmlformats.org/drawingml/2006/main" noGrp="1"/>
          </p:cNvSpPr>
          <p:nvPr/>
        </p:nvSpPr>
        <p:spPr>
          <a:xfrm xmlns:a="http://schemas.openxmlformats.org/drawingml/2006/main">
            <a:off x="8086725"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51" name=""/>
          <p:cNvCxnSpPr>
            <a:stCxn xmlns:a="http://schemas.openxmlformats.org/drawingml/2006/main" id="67" idx="3"/>
            <a:endCxn xmlns:a="http://schemas.openxmlformats.org/drawingml/2006/main" id="68" idx="1"/>
          </p:cNvCxnSpPr>
          <p:nvPr/>
        </p:nvCxnSpPr>
        <p:spPr>
          <a:xfrm xmlns:a="http://schemas.openxmlformats.org/drawingml/2006/main">
            <a:off x="7924800" y="3367088"/>
            <a:ext cx="1619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70" name="shape-69">
            <a:extLst xmlns:a="http://schemas.openxmlformats.org/drawingml/2006/main">
              <a:ext uri="{FF2B5EF4-FFF2-40B4-BE49-F238E27FC236}">
                <a16:creationId xmlns:a16="http://schemas.microsoft.com/office/drawing/2014/main" id="{FEC0C8D7-5904-48DC-B8DA-92143C4775A2}"/>
              </a:ext>
            </a:extLst>
          </p:cNvPr>
          <p:cNvSpPr>
            <a:spLocks xmlns:a="http://schemas.openxmlformats.org/drawingml/2006/main" noGrp="1"/>
          </p:cNvSpPr>
          <p:nvPr/>
        </p:nvSpPr>
        <p:spPr>
          <a:xfrm xmlns:a="http://schemas.openxmlformats.org/drawingml/2006/main">
            <a:off x="2047875" y="38195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1" name="shape-70">
            <a:extLst xmlns:a="http://schemas.openxmlformats.org/drawingml/2006/main">
              <a:ext uri="{FF2B5EF4-FFF2-40B4-BE49-F238E27FC236}">
                <a16:creationId xmlns:a16="http://schemas.microsoft.com/office/drawing/2014/main" id="{E5231C55-B5B7-4705-86DC-10E6102CE045}"/>
              </a:ext>
            </a:extLst>
          </p:cNvPr>
          <p:cNvSpPr>
            <a:spLocks xmlns:a="http://schemas.openxmlformats.org/drawingml/2006/main" noGrp="1"/>
          </p:cNvSpPr>
          <p:nvPr/>
        </p:nvSpPr>
        <p:spPr>
          <a:xfrm xmlns:a="http://schemas.openxmlformats.org/drawingml/2006/main">
            <a:off x="2047875" y="38766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54" name=""/>
          <p:cNvCxnSpPr>
            <a:stCxn xmlns:a="http://schemas.openxmlformats.org/drawingml/2006/main" id="70" idx="2"/>
            <a:endCxn xmlns:a="http://schemas.openxmlformats.org/drawingml/2006/main" id="71" idx="0"/>
          </p:cNvCxnSpPr>
          <p:nvPr/>
        </p:nvCxnSpPr>
        <p:spPr>
          <a:xfrm xmlns:a="http://schemas.openxmlformats.org/drawingml/2006/main">
            <a:off x="2052638" y="3829050"/>
            <a:ext cx="0" cy="47625"/>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3" name="shape-72">
            <a:extLst xmlns:a="http://schemas.openxmlformats.org/drawingml/2006/main">
              <a:ext uri="{FF2B5EF4-FFF2-40B4-BE49-F238E27FC236}">
                <a16:creationId xmlns:a16="http://schemas.microsoft.com/office/drawing/2014/main" id="{BC1B2E7D-D98D-4C2A-ADE2-C36616C1BA4D}"/>
              </a:ext>
            </a:extLst>
          </p:cNvPr>
          <p:cNvSpPr>
            <a:spLocks xmlns:a="http://schemas.openxmlformats.org/drawingml/2006/main" noGrp="1"/>
          </p:cNvSpPr>
          <p:nvPr/>
        </p:nvSpPr>
        <p:spPr>
          <a:xfrm xmlns:a="http://schemas.openxmlformats.org/drawingml/2006/main">
            <a:off x="2047875" y="38766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4" name="shape-73">
            <a:extLst xmlns:a="http://schemas.openxmlformats.org/drawingml/2006/main">
              <a:ext uri="{FF2B5EF4-FFF2-40B4-BE49-F238E27FC236}">
                <a16:creationId xmlns:a16="http://schemas.microsoft.com/office/drawing/2014/main" id="{372A9E90-C68E-4751-90A2-4BF1A4A248B4}"/>
              </a:ext>
            </a:extLst>
          </p:cNvPr>
          <p:cNvSpPr>
            <a:spLocks xmlns:a="http://schemas.openxmlformats.org/drawingml/2006/main" noGrp="1"/>
          </p:cNvSpPr>
          <p:nvPr/>
        </p:nvSpPr>
        <p:spPr>
          <a:xfrm xmlns:a="http://schemas.openxmlformats.org/drawingml/2006/main">
            <a:off x="10020300" y="38766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57" name=""/>
          <p:cNvCxnSpPr>
            <a:stCxn xmlns:a="http://schemas.openxmlformats.org/drawingml/2006/main" id="73" idx="3"/>
            <a:endCxn xmlns:a="http://schemas.openxmlformats.org/drawingml/2006/main" id="74" idx="1"/>
          </p:cNvCxnSpPr>
          <p:nvPr/>
        </p:nvCxnSpPr>
        <p:spPr>
          <a:xfrm xmlns:a="http://schemas.openxmlformats.org/drawingml/2006/main">
            <a:off x="2057400" y="3881438"/>
            <a:ext cx="7962900" cy="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6" name="shape-75">
            <a:extLst xmlns:a="http://schemas.openxmlformats.org/drawingml/2006/main">
              <a:ext uri="{FF2B5EF4-FFF2-40B4-BE49-F238E27FC236}">
                <a16:creationId xmlns:a16="http://schemas.microsoft.com/office/drawing/2014/main" id="{3BAC2E88-931B-40B3-A875-1D9C9DC9BFB6}"/>
              </a:ext>
            </a:extLst>
          </p:cNvPr>
          <p:cNvSpPr>
            <a:spLocks xmlns:a="http://schemas.openxmlformats.org/drawingml/2006/main" noGrp="1"/>
          </p:cNvSpPr>
          <p:nvPr/>
        </p:nvSpPr>
        <p:spPr>
          <a:xfrm xmlns:a="http://schemas.openxmlformats.org/drawingml/2006/main">
            <a:off x="10020300" y="38766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7" name="shape-76">
            <a:extLst xmlns:a="http://schemas.openxmlformats.org/drawingml/2006/main">
              <a:ext uri="{FF2B5EF4-FFF2-40B4-BE49-F238E27FC236}">
                <a16:creationId xmlns:a16="http://schemas.microsoft.com/office/drawing/2014/main" id="{644B4043-7F08-4FAB-98EB-CE8AD82A2B81}"/>
              </a:ext>
            </a:extLst>
          </p:cNvPr>
          <p:cNvSpPr>
            <a:spLocks xmlns:a="http://schemas.openxmlformats.org/drawingml/2006/main" noGrp="1"/>
          </p:cNvSpPr>
          <p:nvPr/>
        </p:nvSpPr>
        <p:spPr>
          <a:xfrm xmlns:a="http://schemas.openxmlformats.org/drawingml/2006/main">
            <a:off x="10020300" y="38195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60" name=""/>
          <p:cNvCxnSpPr>
            <a:stCxn xmlns:a="http://schemas.openxmlformats.org/drawingml/2006/main" id="76" idx="0"/>
            <a:endCxn xmlns:a="http://schemas.openxmlformats.org/drawingml/2006/main" id="77" idx="2"/>
          </p:cNvCxnSpPr>
          <p:nvPr/>
        </p:nvCxnSpPr>
        <p:spPr>
          <a:xfrm xmlns:a="http://schemas.openxmlformats.org/drawingml/2006/main" flipV="1">
            <a:off x="10025063" y="3829050"/>
            <a:ext cx="0" cy="47625"/>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9" name="text-78">
            <a:extLst xmlns:a="http://schemas.openxmlformats.org/drawingml/2006/main">
              <a:ext uri="{FF2B5EF4-FFF2-40B4-BE49-F238E27FC236}">
                <a16:creationId xmlns:a16="http://schemas.microsoft.com/office/drawing/2014/main" id="{594DBF9C-414A-417C-ACCB-7BD36046E15F}"/>
              </a:ext>
            </a:extLst>
          </p:cNvPr>
          <p:cNvSpPr>
            <a:spLocks xmlns:a="http://schemas.openxmlformats.org/drawingml/2006/main" noGrp="1"/>
          </p:cNvSpPr>
          <p:nvPr/>
        </p:nvSpPr>
        <p:spPr>
          <a:xfrm xmlns:a="http://schemas.openxmlformats.org/drawingml/2006/main">
            <a:off x="2124075" y="3895725"/>
            <a:ext cx="78009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0">
                <a:solidFill>
                  <a:srgbClr val="2166B0"/>
                </a:solidFill>
                <a:latin typeface="Hiragino Sans GB"/>
                <a:ea typeface="Hiragino Sans GB"/>
                <a:cs typeface="Hiragino Sans GB"/>
              </a:defRPr>
            </a:pPr>
            <a:r>
              <a:rPr sz="1425" b="0">
                <a:solidFill>
                  <a:srgbClr val="2166B0"/>
                </a:solidFill>
                <a:latin typeface="Hiragino Sans GB"/>
                <a:ea typeface="Hiragino Sans GB"/>
                <a:cs typeface="Hiragino Sans GB"/>
              </a:rPr>
              <a:t>从调用前等待开始计总时限，心跳和重试均不重置</a:t>
            </a:r>
          </a:p>
        </p:txBody>
      </p:sp>
      <p:sp>
        <p:nvSpPr>
          <p:cNvPr id="80" name="text-79">
            <a:extLst xmlns:a="http://schemas.openxmlformats.org/drawingml/2006/main">
              <a:ext uri="{FF2B5EF4-FFF2-40B4-BE49-F238E27FC236}">
                <a16:creationId xmlns:a16="http://schemas.microsoft.com/office/drawing/2014/main" id="{ECFE81C3-6DCC-4FC5-821A-B80F23117C22}"/>
              </a:ext>
            </a:extLst>
          </p:cNvPr>
          <p:cNvSpPr>
            <a:spLocks xmlns:a="http://schemas.openxmlformats.org/drawingml/2006/main" noGrp="1"/>
          </p:cNvSpPr>
          <p:nvPr/>
        </p:nvSpPr>
        <p:spPr>
          <a:xfrm xmlns:a="http://schemas.openxmlformats.org/drawingml/2006/main">
            <a:off x="552450" y="4229100"/>
            <a:ext cx="14573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异步长任务</a:t>
            </a:r>
          </a:p>
        </p:txBody>
      </p:sp>
      <p:sp>
        <p:nvSpPr>
          <p:cNvPr id="81" name="text-80">
            <a:extLst xmlns:a="http://schemas.openxmlformats.org/drawingml/2006/main">
              <a:ext uri="{FF2B5EF4-FFF2-40B4-BE49-F238E27FC236}">
                <a16:creationId xmlns:a16="http://schemas.microsoft.com/office/drawing/2014/main" id="{6B9BD508-F25F-4A5E-9128-0C7158C1F4AE}"/>
              </a:ext>
            </a:extLst>
          </p:cNvPr>
          <p:cNvSpPr>
            <a:spLocks xmlns:a="http://schemas.openxmlformats.org/drawingml/2006/main" noGrp="1"/>
          </p:cNvSpPr>
          <p:nvPr/>
        </p:nvSpPr>
        <p:spPr>
          <a:xfrm xmlns:a="http://schemas.openxmlformats.org/drawingml/2006/main">
            <a:off x="552450" y="4543425"/>
            <a:ext cx="1409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47D99"/>
                </a:solidFill>
                <a:latin typeface="Hiragino Sans GB"/>
                <a:ea typeface="Hiragino Sans GB"/>
                <a:cs typeface="Hiragino Sans GB"/>
              </a:defRPr>
            </a:pPr>
            <a:r>
              <a:rPr sz="1350" b="0">
                <a:solidFill>
                  <a:srgbClr val="647D99"/>
                </a:solidFill>
                <a:latin typeface="Hiragino Sans GB"/>
                <a:ea typeface="Hiragino Sans GB"/>
                <a:cs typeface="Hiragino Sans GB"/>
              </a:rPr>
              <a:t>标记前同上</a:t>
            </a:r>
          </a:p>
        </p:txBody>
      </p:sp>
      <p:sp>
        <p:nvSpPr>
          <p:cNvPr id="82" name="glyph-ellipse-81">
            <a:extLst xmlns:a="http://schemas.openxmlformats.org/drawingml/2006/main">
              <a:ext uri="{FF2B5EF4-FFF2-40B4-BE49-F238E27FC236}">
                <a16:creationId xmlns:a16="http://schemas.microsoft.com/office/drawing/2014/main" id="{14781D6C-2830-4AF9-B472-78BFA5D6F7F2}"/>
              </a:ext>
            </a:extLst>
          </p:cNvPr>
          <p:cNvSpPr>
            <a:spLocks xmlns:a="http://schemas.openxmlformats.org/drawingml/2006/main" noGrp="1"/>
          </p:cNvSpPr>
          <p:nvPr/>
        </p:nvSpPr>
        <p:spPr>
          <a:xfrm xmlns:a="http://schemas.openxmlformats.org/drawingml/2006/main">
            <a:off x="2371725" y="4276725"/>
            <a:ext cx="295275" cy="295275"/>
          </a:xfrm>
          <a:prstGeom xmlns:a="http://schemas.openxmlformats.org/drawingml/2006/main" prst="ellipse">
            <a:avLst/>
          </a:prstGeom>
          <a:solidFill xmlns:a="http://schemas.openxmlformats.org/drawingml/2006/main">
            <a:srgbClr val="FFFFFF"/>
          </a:solidFill>
          <a:ln xmlns:a="http://schemas.openxmlformats.org/drawingml/2006/main" w="16193">
            <a:solidFill>
              <a:srgbClr val="2166B0"/>
            </a:solidFill>
          </a:ln>
        </p:spPr>
      </p:sp>
      <p:sp>
        <p:nvSpPr>
          <p:cNvPr id="83" name="line-82">
            <a:extLst xmlns:a="http://schemas.openxmlformats.org/drawingml/2006/main">
              <a:ext uri="{FF2B5EF4-FFF2-40B4-BE49-F238E27FC236}">
                <a16:creationId xmlns:a16="http://schemas.microsoft.com/office/drawing/2014/main" id="{D3C34F35-F988-478B-855A-1D4B0505B7F2}"/>
              </a:ext>
            </a:extLst>
          </p:cNvPr>
          <p:cNvSpPr>
            <a:spLocks xmlns:a="http://schemas.openxmlformats.org/drawingml/2006/main" noGrp="1"/>
          </p:cNvSpPr>
          <p:nvPr/>
        </p:nvSpPr>
        <p:spPr>
          <a:xfrm xmlns:a="http://schemas.openxmlformats.org/drawingml/2006/main">
            <a:off x="2519363" y="4329875"/>
            <a:ext cx="0" cy="94488"/>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84" name="line-83">
            <a:extLst xmlns:a="http://schemas.openxmlformats.org/drawingml/2006/main">
              <a:ext uri="{FF2B5EF4-FFF2-40B4-BE49-F238E27FC236}">
                <a16:creationId xmlns:a16="http://schemas.microsoft.com/office/drawing/2014/main" id="{C607ED5A-5F8C-45A5-9B79-BDA24B5A7481}"/>
              </a:ext>
            </a:extLst>
          </p:cNvPr>
          <p:cNvSpPr>
            <a:spLocks xmlns:a="http://schemas.openxmlformats.org/drawingml/2006/main" noGrp="1"/>
          </p:cNvSpPr>
          <p:nvPr/>
        </p:nvSpPr>
        <p:spPr>
          <a:xfrm xmlns:a="http://schemas.openxmlformats.org/drawingml/2006/main">
            <a:off x="2519363" y="4424363"/>
            <a:ext cx="76772" cy="44291"/>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85" name="text-84">
            <a:extLst xmlns:a="http://schemas.openxmlformats.org/drawingml/2006/main">
              <a:ext uri="{FF2B5EF4-FFF2-40B4-BE49-F238E27FC236}">
                <a16:creationId xmlns:a16="http://schemas.microsoft.com/office/drawing/2014/main" id="{0D4C068A-52C5-402F-956A-9B37E297C7EE}"/>
              </a:ext>
            </a:extLst>
          </p:cNvPr>
          <p:cNvSpPr>
            <a:spLocks xmlns:a="http://schemas.openxmlformats.org/drawingml/2006/main" noGrp="1"/>
          </p:cNvSpPr>
          <p:nvPr/>
        </p:nvSpPr>
        <p:spPr>
          <a:xfrm xmlns:a="http://schemas.openxmlformats.org/drawingml/2006/main">
            <a:off x="1552575" y="4619625"/>
            <a:ext cx="20859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收到“后台处理中”</a:t>
            </a:r>
          </a:p>
        </p:txBody>
      </p:sp>
      <p:sp>
        <p:nvSpPr>
          <p:cNvPr id="86" name="text-85">
            <a:extLst xmlns:a="http://schemas.openxmlformats.org/drawingml/2006/main">
              <a:ext uri="{FF2B5EF4-FFF2-40B4-BE49-F238E27FC236}">
                <a16:creationId xmlns:a16="http://schemas.microsoft.com/office/drawing/2014/main" id="{0A321C90-E416-4FA8-BCC2-09C22E7A4662}"/>
              </a:ext>
            </a:extLst>
          </p:cNvPr>
          <p:cNvSpPr>
            <a:spLocks xmlns:a="http://schemas.openxmlformats.org/drawingml/2006/main" noGrp="1"/>
          </p:cNvSpPr>
          <p:nvPr/>
        </p:nvSpPr>
        <p:spPr>
          <a:xfrm xmlns:a="http://schemas.openxmlformats.org/drawingml/2006/main">
            <a:off x="1600200" y="4905375"/>
            <a:ext cx="1800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200" b="0">
                <a:solidFill>
                  <a:srgbClr val="647D99"/>
                </a:solidFill>
                <a:latin typeface="Hiragino Sans GB"/>
                <a:ea typeface="Hiragino Sans GB"/>
                <a:cs typeface="Hiragino Sans GB"/>
              </a:defRPr>
            </a:pPr>
            <a:r>
              <a:rPr sz="1200" b="0">
                <a:solidFill>
                  <a:srgbClr val="647D99"/>
                </a:solidFill>
                <a:latin typeface="Hiragino Sans GB"/>
                <a:ea typeface="Hiragino Sans GB"/>
                <a:cs typeface="Hiragino Sans GB"/>
              </a:rPr>
              <a:t>agent.async_started</a:t>
            </a:r>
          </a:p>
        </p:txBody>
      </p:sp>
      <p:sp>
        <p:nvSpPr>
          <p:cNvPr id="87" name="shape-86">
            <a:extLst xmlns:a="http://schemas.openxmlformats.org/drawingml/2006/main">
              <a:ext uri="{FF2B5EF4-FFF2-40B4-BE49-F238E27FC236}">
                <a16:creationId xmlns:a16="http://schemas.microsoft.com/office/drawing/2014/main" id="{C03BE886-BB0C-449C-AFE4-BD8972212A54}"/>
              </a:ext>
            </a:extLst>
          </p:cNvPr>
          <p:cNvSpPr>
            <a:spLocks xmlns:a="http://schemas.openxmlformats.org/drawingml/2006/main" noGrp="1"/>
          </p:cNvSpPr>
          <p:nvPr/>
        </p:nvSpPr>
        <p:spPr>
          <a:xfrm xmlns:a="http://schemas.openxmlformats.org/drawingml/2006/main">
            <a:off x="2667000" y="44291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88" name="shape-87">
            <a:extLst xmlns:a="http://schemas.openxmlformats.org/drawingml/2006/main">
              <a:ext uri="{FF2B5EF4-FFF2-40B4-BE49-F238E27FC236}">
                <a16:creationId xmlns:a16="http://schemas.microsoft.com/office/drawing/2014/main" id="{EAA43D05-B5CF-45F6-BDC5-3B976BCD58C1}"/>
              </a:ext>
            </a:extLst>
          </p:cNvPr>
          <p:cNvSpPr>
            <a:spLocks xmlns:a="http://schemas.openxmlformats.org/drawingml/2006/main" noGrp="1"/>
          </p:cNvSpPr>
          <p:nvPr/>
        </p:nvSpPr>
        <p:spPr>
          <a:xfrm xmlns:a="http://schemas.openxmlformats.org/drawingml/2006/main">
            <a:off x="411480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71" name=""/>
          <p:cNvCxnSpPr>
            <a:stCxn xmlns:a="http://schemas.openxmlformats.org/drawingml/2006/main" id="87" idx="3"/>
            <a:endCxn xmlns:a="http://schemas.openxmlformats.org/drawingml/2006/main" id="88" idx="1"/>
          </p:cNvCxnSpPr>
          <p:nvPr/>
        </p:nvCxnSpPr>
        <p:spPr>
          <a:xfrm xmlns:a="http://schemas.openxmlformats.org/drawingml/2006/main">
            <a:off x="2676525" y="4433888"/>
            <a:ext cx="14382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90" name="glyph-rect-89">
            <a:extLst xmlns:a="http://schemas.openxmlformats.org/drawingml/2006/main">
              <a:ext uri="{FF2B5EF4-FFF2-40B4-BE49-F238E27FC236}">
                <a16:creationId xmlns:a16="http://schemas.microsoft.com/office/drawing/2014/main" id="{FB19316C-6560-4DE3-BAAF-EA43564A900A}"/>
              </a:ext>
            </a:extLst>
          </p:cNvPr>
          <p:cNvSpPr>
            <a:spLocks xmlns:a="http://schemas.openxmlformats.org/drawingml/2006/main" noGrp="1"/>
          </p:cNvSpPr>
          <p:nvPr/>
        </p:nvSpPr>
        <p:spPr>
          <a:xfrm xmlns:a="http://schemas.openxmlformats.org/drawingml/2006/main">
            <a:off x="4219575" y="4286250"/>
            <a:ext cx="304800" cy="409575"/>
          </a:xfrm>
          <a:prstGeom xmlns:a="http://schemas.openxmlformats.org/drawingml/2006/main" prst="rect">
            <a:avLst/>
          </a:prstGeom>
          <a:solidFill xmlns:a="http://schemas.openxmlformats.org/drawingml/2006/main">
            <a:srgbClr val="F3F7FD"/>
          </a:solidFill>
          <a:ln xmlns:a="http://schemas.openxmlformats.org/drawingml/2006/main" w="9525">
            <a:solidFill>
              <a:srgbClr val="B9CEE5"/>
            </a:solidFill>
          </a:ln>
        </p:spPr>
      </p:sp>
      <p:sp>
        <p:nvSpPr>
          <p:cNvPr id="91" name="glyph-rect-90">
            <a:extLst xmlns:a="http://schemas.openxmlformats.org/drawingml/2006/main">
              <a:ext uri="{FF2B5EF4-FFF2-40B4-BE49-F238E27FC236}">
                <a16:creationId xmlns:a16="http://schemas.microsoft.com/office/drawing/2014/main" id="{B6950AF4-B201-4A3E-A512-DDDA8869DA96}"/>
              </a:ext>
            </a:extLst>
          </p:cNvPr>
          <p:cNvSpPr>
            <a:spLocks xmlns:a="http://schemas.openxmlformats.org/drawingml/2006/main" noGrp="1"/>
          </p:cNvSpPr>
          <p:nvPr/>
        </p:nvSpPr>
        <p:spPr>
          <a:xfrm xmlns:a="http://schemas.openxmlformats.org/drawingml/2006/main">
            <a:off x="4181475" y="4248150"/>
            <a:ext cx="304800" cy="409575"/>
          </a:xfrm>
          <a:prstGeom xmlns:a="http://schemas.openxmlformats.org/drawingml/2006/main" prst="rect">
            <a:avLst/>
          </a:prstGeom>
          <a:solidFill xmlns:a="http://schemas.openxmlformats.org/drawingml/2006/main">
            <a:srgbClr val="FFFFFF"/>
          </a:solidFill>
          <a:ln xmlns:a="http://schemas.openxmlformats.org/drawingml/2006/main" w="9525">
            <a:solidFill>
              <a:srgbClr val="B9CEE5"/>
            </a:solidFill>
          </a:ln>
        </p:spPr>
      </p:sp>
      <p:sp>
        <p:nvSpPr>
          <p:cNvPr id="92" name="path-91">
            <a:extLst xmlns:a="http://schemas.openxmlformats.org/drawingml/2006/main">
              <a:ext uri="{FF2B5EF4-FFF2-40B4-BE49-F238E27FC236}">
                <a16:creationId xmlns:a16="http://schemas.microsoft.com/office/drawing/2014/main" id="{D29689A3-8920-4381-8833-4A6E414392DD}"/>
              </a:ext>
            </a:extLst>
          </p:cNvPr>
          <p:cNvSpPr>
            <a:spLocks xmlns:a="http://schemas.openxmlformats.org/drawingml/2006/main" noGrp="1"/>
          </p:cNvSpPr>
          <p:nvPr/>
        </p:nvSpPr>
        <p:spPr>
          <a:xfrm xmlns:a="http://schemas.openxmlformats.org/drawingml/2006/main">
            <a:off x="4143375" y="4219575"/>
            <a:ext cx="304800" cy="409575"/>
          </a:xfrm>
          <a:custGeom xmlns:a="http://schemas.openxmlformats.org/drawingml/2006/main">
            <a:pathLst>
              <a:path w="304800" h="409575">
                <a:moveTo>
                  <a:pt x="0" y="0"/>
                </a:moveTo>
                <a:lnTo>
                  <a:pt x="180975" y="0"/>
                </a:lnTo>
                <a:lnTo>
                  <a:pt x="304800" y="123825"/>
                </a:lnTo>
                <a:lnTo>
                  <a:pt x="304800" y="409575"/>
                </a:lnTo>
                <a:lnTo>
                  <a:pt x="0" y="409575"/>
                </a:lnTo>
                <a:close/>
              </a:path>
            </a:pathLst>
          </a:custGeom>
          <a:solidFill xmlns:a="http://schemas.openxmlformats.org/drawingml/2006/main">
            <a:srgbClr val="FFFFFF"/>
          </a:solidFill>
          <a:ln xmlns:a="http://schemas.openxmlformats.org/drawingml/2006/main" w="15240">
            <a:solidFill>
              <a:srgbClr val="2166B0"/>
            </a:solidFill>
          </a:ln>
        </p:spPr>
      </p:sp>
      <p:sp>
        <p:nvSpPr>
          <p:cNvPr id="93" name="line-92">
            <a:extLst xmlns:a="http://schemas.openxmlformats.org/drawingml/2006/main">
              <a:ext uri="{FF2B5EF4-FFF2-40B4-BE49-F238E27FC236}">
                <a16:creationId xmlns:a16="http://schemas.microsoft.com/office/drawing/2014/main" id="{B5AA6B0B-D897-4278-AA37-A3A52A04EE3E}"/>
              </a:ext>
            </a:extLst>
          </p:cNvPr>
          <p:cNvSpPr>
            <a:spLocks xmlns:a="http://schemas.openxmlformats.org/drawingml/2006/main" noGrp="1"/>
          </p:cNvSpPr>
          <p:nvPr/>
        </p:nvSpPr>
        <p:spPr>
          <a:xfrm xmlns:a="http://schemas.openxmlformats.org/drawingml/2006/main">
            <a:off x="4324350" y="4219575"/>
            <a:ext cx="0" cy="123825"/>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94" name="line-93">
            <a:extLst xmlns:a="http://schemas.openxmlformats.org/drawingml/2006/main">
              <a:ext uri="{FF2B5EF4-FFF2-40B4-BE49-F238E27FC236}">
                <a16:creationId xmlns:a16="http://schemas.microsoft.com/office/drawing/2014/main" id="{F2A9C41B-44AC-4240-A06B-3D9F170F89D0}"/>
              </a:ext>
            </a:extLst>
          </p:cNvPr>
          <p:cNvSpPr>
            <a:spLocks xmlns:a="http://schemas.openxmlformats.org/drawingml/2006/main" noGrp="1"/>
          </p:cNvSpPr>
          <p:nvPr/>
        </p:nvSpPr>
        <p:spPr>
          <a:xfrm xmlns:a="http://schemas.openxmlformats.org/drawingml/2006/main">
            <a:off x="4324350" y="4343400"/>
            <a:ext cx="123825" cy="0"/>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95" name="line-94">
            <a:extLst xmlns:a="http://schemas.openxmlformats.org/drawingml/2006/main">
              <a:ext uri="{FF2B5EF4-FFF2-40B4-BE49-F238E27FC236}">
                <a16:creationId xmlns:a16="http://schemas.microsoft.com/office/drawing/2014/main" id="{E90778BF-FDCE-4E5C-8AD7-100008FAD440}"/>
              </a:ext>
            </a:extLst>
          </p:cNvPr>
          <p:cNvSpPr>
            <a:spLocks xmlns:a="http://schemas.openxmlformats.org/drawingml/2006/main" noGrp="1"/>
          </p:cNvSpPr>
          <p:nvPr/>
        </p:nvSpPr>
        <p:spPr>
          <a:xfrm xmlns:a="http://schemas.openxmlformats.org/drawingml/2006/main">
            <a:off x="4238625" y="44291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6" name="line-95">
            <a:extLst xmlns:a="http://schemas.openxmlformats.org/drawingml/2006/main">
              <a:ext uri="{FF2B5EF4-FFF2-40B4-BE49-F238E27FC236}">
                <a16:creationId xmlns:a16="http://schemas.microsoft.com/office/drawing/2014/main" id="{D63E0324-B4DB-4036-B03B-E7BB7C4BB6F3}"/>
              </a:ext>
            </a:extLst>
          </p:cNvPr>
          <p:cNvSpPr>
            <a:spLocks xmlns:a="http://schemas.openxmlformats.org/drawingml/2006/main" noGrp="1"/>
          </p:cNvSpPr>
          <p:nvPr/>
        </p:nvSpPr>
        <p:spPr>
          <a:xfrm xmlns:a="http://schemas.openxmlformats.org/drawingml/2006/main">
            <a:off x="4238625" y="45434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7" name="line-96">
            <a:extLst xmlns:a="http://schemas.openxmlformats.org/drawingml/2006/main">
              <a:ext uri="{FF2B5EF4-FFF2-40B4-BE49-F238E27FC236}">
                <a16:creationId xmlns:a16="http://schemas.microsoft.com/office/drawing/2014/main" id="{509B3864-6097-41BF-989B-03684A6BE644}"/>
              </a:ext>
            </a:extLst>
          </p:cNvPr>
          <p:cNvSpPr>
            <a:spLocks xmlns:a="http://schemas.openxmlformats.org/drawingml/2006/main" noGrp="1"/>
          </p:cNvSpPr>
          <p:nvPr/>
        </p:nvSpPr>
        <p:spPr>
          <a:xfrm xmlns:a="http://schemas.openxmlformats.org/drawingml/2006/main">
            <a:off x="4238625" y="46577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8" name="text-97">
            <a:extLst xmlns:a="http://schemas.openxmlformats.org/drawingml/2006/main">
              <a:ext uri="{FF2B5EF4-FFF2-40B4-BE49-F238E27FC236}">
                <a16:creationId xmlns:a16="http://schemas.microsoft.com/office/drawing/2014/main" id="{0F2E7FD2-0EAC-4BED-832C-DF20AE139372}"/>
              </a:ext>
            </a:extLst>
          </p:cNvPr>
          <p:cNvSpPr>
            <a:spLocks xmlns:a="http://schemas.openxmlformats.org/drawingml/2006/main" noGrp="1"/>
          </p:cNvSpPr>
          <p:nvPr/>
        </p:nvSpPr>
        <p:spPr>
          <a:xfrm xmlns:a="http://schemas.openxmlformats.org/drawingml/2006/main">
            <a:off x="3467100" y="4657725"/>
            <a:ext cx="2266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按runId等待结果</a:t>
            </a:r>
          </a:p>
        </p:txBody>
      </p:sp>
      <p:sp>
        <p:nvSpPr>
          <p:cNvPr id="99" name="text-98">
            <a:extLst xmlns:a="http://schemas.openxmlformats.org/drawingml/2006/main">
              <a:ext uri="{FF2B5EF4-FFF2-40B4-BE49-F238E27FC236}">
                <a16:creationId xmlns:a16="http://schemas.microsoft.com/office/drawing/2014/main" id="{AFD036BB-850D-4845-A6E8-8BEBA12F057E}"/>
              </a:ext>
            </a:extLst>
          </p:cNvPr>
          <p:cNvSpPr>
            <a:spLocks xmlns:a="http://schemas.openxmlformats.org/drawingml/2006/main" noGrp="1"/>
          </p:cNvSpPr>
          <p:nvPr/>
        </p:nvSpPr>
        <p:spPr>
          <a:xfrm xmlns:a="http://schemas.openxmlformats.org/drawingml/2006/main">
            <a:off x="3543300" y="4933950"/>
            <a:ext cx="213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275" b="0">
                <a:solidFill>
                  <a:srgbClr val="647D99"/>
                </a:solidFill>
                <a:latin typeface="Hiragino Sans GB"/>
                <a:ea typeface="Hiragino Sans GB"/>
                <a:cs typeface="Hiragino Sans GB"/>
              </a:defRPr>
            </a:pPr>
            <a:r>
              <a:rPr sz="1275" b="0">
                <a:solidFill>
                  <a:srgbClr val="647D99"/>
                </a:solidFill>
                <a:latin typeface="Hiragino Sans GB"/>
                <a:ea typeface="Hiragino Sans GB"/>
                <a:cs typeface="Hiragino Sans GB"/>
              </a:rPr>
              <a:t>挂起时设置截止时间</a:t>
            </a:r>
          </a:p>
        </p:txBody>
      </p:sp>
      <p:sp>
        <p:nvSpPr>
          <p:cNvPr id="100" name="text-99">
            <a:extLst xmlns:a="http://schemas.openxmlformats.org/drawingml/2006/main">
              <a:ext uri="{FF2B5EF4-FFF2-40B4-BE49-F238E27FC236}">
                <a16:creationId xmlns:a16="http://schemas.microsoft.com/office/drawing/2014/main" id="{EE1BDEC8-A555-486F-B1B0-8F3F10A20298}"/>
              </a:ext>
            </a:extLst>
          </p:cNvPr>
          <p:cNvSpPr>
            <a:spLocks xmlns:a="http://schemas.openxmlformats.org/drawingml/2006/main" noGrp="1"/>
          </p:cNvSpPr>
          <p:nvPr/>
        </p:nvSpPr>
        <p:spPr>
          <a:xfrm xmlns:a="http://schemas.openxmlformats.org/drawingml/2006/main">
            <a:off x="4772025" y="4210050"/>
            <a:ext cx="2343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350" b="0">
                <a:solidFill>
                  <a:srgbClr val="647D99"/>
                </a:solidFill>
                <a:latin typeface="Hiragino Sans GB"/>
                <a:ea typeface="Hiragino Sans GB"/>
                <a:cs typeface="Hiragino Sans GB"/>
              </a:defRPr>
            </a:pPr>
            <a:r>
              <a:rPr sz="1350" b="0">
                <a:solidFill>
                  <a:srgbClr val="647D99"/>
                </a:solidFill>
                <a:latin typeface="Hiragino Sans GB"/>
                <a:ea typeface="Hiragino Sans GB"/>
                <a:cs typeface="Hiragino Sans GB"/>
              </a:rPr>
              <a:t>异步标记触发HTTP结束</a:t>
            </a:r>
          </a:p>
        </p:txBody>
      </p:sp>
      <p:sp>
        <p:nvSpPr>
          <p:cNvPr id="101" name="glyph-cloud-100">
            <a:extLst xmlns:a="http://schemas.openxmlformats.org/drawingml/2006/main">
              <a:ext uri="{FF2B5EF4-FFF2-40B4-BE49-F238E27FC236}">
                <a16:creationId xmlns:a16="http://schemas.microsoft.com/office/drawing/2014/main" id="{A35B4BDD-AB61-4B69-AD4B-457EB054AB22}"/>
              </a:ext>
            </a:extLst>
          </p:cNvPr>
          <p:cNvSpPr>
            <a:spLocks xmlns:a="http://schemas.openxmlformats.org/drawingml/2006/main" noGrp="1"/>
          </p:cNvSpPr>
          <p:nvPr/>
        </p:nvSpPr>
        <p:spPr>
          <a:xfrm xmlns:a="http://schemas.openxmlformats.org/drawingml/2006/main">
            <a:off x="7162800" y="4210050"/>
            <a:ext cx="1076325" cy="590550"/>
          </a:xfrm>
          <a:prstGeom xmlns:a="http://schemas.openxmlformats.org/drawingml/2006/main" prst="cloud">
            <a:avLst/>
          </a:prstGeom>
          <a:solidFill xmlns:a="http://schemas.openxmlformats.org/drawingml/2006/main">
            <a:srgbClr val="EEF4FC"/>
          </a:solidFill>
          <a:ln xmlns:a="http://schemas.openxmlformats.org/drawingml/2006/main" w="16193">
            <a:solidFill>
              <a:srgbClr val="416FA8"/>
            </a:solidFill>
          </a:ln>
        </p:spPr>
      </p:sp>
      <p:sp>
        <p:nvSpPr>
          <p:cNvPr id="102" name="text-101">
            <a:extLst xmlns:a="http://schemas.openxmlformats.org/drawingml/2006/main">
              <a:ext uri="{FF2B5EF4-FFF2-40B4-BE49-F238E27FC236}">
                <a16:creationId xmlns:a16="http://schemas.microsoft.com/office/drawing/2014/main" id="{81F12133-89D7-4E21-83C2-30A463E47A3E}"/>
              </a:ext>
            </a:extLst>
          </p:cNvPr>
          <p:cNvSpPr>
            <a:spLocks xmlns:a="http://schemas.openxmlformats.org/drawingml/2006/main" noGrp="1"/>
          </p:cNvSpPr>
          <p:nvPr/>
        </p:nvSpPr>
        <p:spPr>
          <a:xfrm xmlns:a="http://schemas.openxmlformats.org/drawingml/2006/main">
            <a:off x="7372350" y="4371975"/>
            <a:ext cx="71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00" b="1">
                <a:solidFill>
                  <a:srgbClr val="2166B0"/>
                </a:solidFill>
                <a:latin typeface="Hiragino Sans GB"/>
                <a:ea typeface="Hiragino Sans GB"/>
                <a:cs typeface="Hiragino Sans GB"/>
              </a:defRPr>
            </a:pPr>
            <a:r>
              <a:rPr sz="1500" b="1">
                <a:solidFill>
                  <a:srgbClr val="2166B0"/>
                </a:solidFill>
                <a:latin typeface="Hiragino Sans GB"/>
                <a:ea typeface="Hiragino Sans GB"/>
                <a:cs typeface="Hiragino Sans GB"/>
              </a:rPr>
              <a:t>数小时</a:t>
            </a:r>
          </a:p>
        </p:txBody>
      </p:sp>
      <p:sp>
        <p:nvSpPr>
          <p:cNvPr id="103" name="text-102">
            <a:extLst xmlns:a="http://schemas.openxmlformats.org/drawingml/2006/main">
              <a:ext uri="{FF2B5EF4-FFF2-40B4-BE49-F238E27FC236}">
                <a16:creationId xmlns:a16="http://schemas.microsoft.com/office/drawing/2014/main" id="{512966F4-6B6E-4753-868F-67AE39504D45}"/>
              </a:ext>
            </a:extLst>
          </p:cNvPr>
          <p:cNvSpPr>
            <a:spLocks xmlns:a="http://schemas.openxmlformats.org/drawingml/2006/main" noGrp="1"/>
          </p:cNvSpPr>
          <p:nvPr/>
        </p:nvSpPr>
        <p:spPr>
          <a:xfrm xmlns:a="http://schemas.openxmlformats.org/drawingml/2006/main">
            <a:off x="6858000" y="4800600"/>
            <a:ext cx="16859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下游后台执行</a:t>
            </a:r>
          </a:p>
        </p:txBody>
      </p:sp>
      <p:sp>
        <p:nvSpPr>
          <p:cNvPr id="104" name="text-103">
            <a:extLst xmlns:a="http://schemas.openxmlformats.org/drawingml/2006/main">
              <a:ext uri="{FF2B5EF4-FFF2-40B4-BE49-F238E27FC236}">
                <a16:creationId xmlns:a16="http://schemas.microsoft.com/office/drawing/2014/main" id="{1E9B03F7-CAE2-4A4C-8518-80F3C965BAA7}"/>
              </a:ext>
            </a:extLst>
          </p:cNvPr>
          <p:cNvSpPr>
            <a:spLocks xmlns:a="http://schemas.openxmlformats.org/drawingml/2006/main" noGrp="1"/>
          </p:cNvSpPr>
          <p:nvPr/>
        </p:nvSpPr>
        <p:spPr>
          <a:xfrm xmlns:a="http://schemas.openxmlformats.org/drawingml/2006/main">
            <a:off x="8410575" y="4305300"/>
            <a:ext cx="1638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后台任务数设上限</a:t>
            </a:r>
          </a:p>
          <a:p xmlns:a="http://schemas.openxmlformats.org/drawingml/2006/main">
            <a:pPr algn="ctr">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结果等待设时限</a:t>
            </a:r>
          </a:p>
        </p:txBody>
      </p:sp>
      <p:sp>
        <p:nvSpPr>
          <p:cNvPr id="105" name="shape-104">
            <a:extLst xmlns:a="http://schemas.openxmlformats.org/drawingml/2006/main">
              <a:ext uri="{FF2B5EF4-FFF2-40B4-BE49-F238E27FC236}">
                <a16:creationId xmlns:a16="http://schemas.microsoft.com/office/drawing/2014/main" id="{D7BB5A64-70D7-4194-812A-406CFF55ADF7}"/>
              </a:ext>
            </a:extLst>
          </p:cNvPr>
          <p:cNvSpPr>
            <a:spLocks xmlns:a="http://schemas.openxmlformats.org/drawingml/2006/main" noGrp="1"/>
          </p:cNvSpPr>
          <p:nvPr/>
        </p:nvSpPr>
        <p:spPr>
          <a:xfrm xmlns:a="http://schemas.openxmlformats.org/drawingml/2006/main">
            <a:off x="7696200" y="50673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06" name="shape-105">
            <a:extLst xmlns:a="http://schemas.openxmlformats.org/drawingml/2006/main">
              <a:ext uri="{FF2B5EF4-FFF2-40B4-BE49-F238E27FC236}">
                <a16:creationId xmlns:a16="http://schemas.microsoft.com/office/drawing/2014/main" id="{9AC60363-8C98-484C-8AF3-4E1E9494C19A}"/>
              </a:ext>
            </a:extLst>
          </p:cNvPr>
          <p:cNvSpPr>
            <a:spLocks xmlns:a="http://schemas.openxmlformats.org/drawingml/2006/main" noGrp="1"/>
          </p:cNvSpPr>
          <p:nvPr/>
        </p:nvSpPr>
        <p:spPr>
          <a:xfrm xmlns:a="http://schemas.openxmlformats.org/drawingml/2006/main">
            <a:off x="7696200" y="53054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89" name=""/>
          <p:cNvCxnSpPr>
            <a:stCxn xmlns:a="http://schemas.openxmlformats.org/drawingml/2006/main" id="105" idx="2"/>
            <a:endCxn xmlns:a="http://schemas.openxmlformats.org/drawingml/2006/main" id="106" idx="0"/>
          </p:cNvCxnSpPr>
          <p:nvPr/>
        </p:nvCxnSpPr>
        <p:spPr>
          <a:xfrm xmlns:a="http://schemas.openxmlformats.org/drawingml/2006/main">
            <a:off x="7700963" y="5076825"/>
            <a:ext cx="0" cy="228600"/>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08" name="shape-107">
            <a:extLst xmlns:a="http://schemas.openxmlformats.org/drawingml/2006/main">
              <a:ext uri="{FF2B5EF4-FFF2-40B4-BE49-F238E27FC236}">
                <a16:creationId xmlns:a16="http://schemas.microsoft.com/office/drawing/2014/main" id="{595A0D4A-DCA2-43D3-8D63-A6EE4BFA4F34}"/>
              </a:ext>
            </a:extLst>
          </p:cNvPr>
          <p:cNvSpPr>
            <a:spLocks xmlns:a="http://schemas.openxmlformats.org/drawingml/2006/main" noGrp="1"/>
          </p:cNvSpPr>
          <p:nvPr/>
        </p:nvSpPr>
        <p:spPr>
          <a:xfrm xmlns:a="http://schemas.openxmlformats.org/drawingml/2006/main">
            <a:off x="7696200" y="53054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09" name="shape-108">
            <a:extLst xmlns:a="http://schemas.openxmlformats.org/drawingml/2006/main">
              <a:ext uri="{FF2B5EF4-FFF2-40B4-BE49-F238E27FC236}">
                <a16:creationId xmlns:a16="http://schemas.microsoft.com/office/drawing/2014/main" id="{ECA8C678-ED6F-4383-AADC-9982CEA55926}"/>
              </a:ext>
            </a:extLst>
          </p:cNvPr>
          <p:cNvSpPr>
            <a:spLocks xmlns:a="http://schemas.openxmlformats.org/drawingml/2006/main" noGrp="1"/>
          </p:cNvSpPr>
          <p:nvPr/>
        </p:nvSpPr>
        <p:spPr>
          <a:xfrm xmlns:a="http://schemas.openxmlformats.org/drawingml/2006/main">
            <a:off x="3333750" y="53054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92" name=""/>
          <p:cNvCxnSpPr>
            <a:stCxn xmlns:a="http://schemas.openxmlformats.org/drawingml/2006/main" id="108" idx="1"/>
            <a:endCxn xmlns:a="http://schemas.openxmlformats.org/drawingml/2006/main" id="109" idx="3"/>
          </p:cNvCxnSpPr>
          <p:nvPr/>
        </p:nvCxnSpPr>
        <p:spPr>
          <a:xfrm xmlns:a="http://schemas.openxmlformats.org/drawingml/2006/main" flipH="1">
            <a:off x="3343275" y="5310188"/>
            <a:ext cx="4352925" cy="0"/>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11" name="shape-110">
            <a:extLst xmlns:a="http://schemas.openxmlformats.org/drawingml/2006/main">
              <a:ext uri="{FF2B5EF4-FFF2-40B4-BE49-F238E27FC236}">
                <a16:creationId xmlns:a16="http://schemas.microsoft.com/office/drawing/2014/main" id="{39AA8C1F-40E2-47FC-8E11-91559569A364}"/>
              </a:ext>
            </a:extLst>
          </p:cNvPr>
          <p:cNvSpPr>
            <a:spLocks xmlns:a="http://schemas.openxmlformats.org/drawingml/2006/main" noGrp="1"/>
          </p:cNvSpPr>
          <p:nvPr/>
        </p:nvSpPr>
        <p:spPr>
          <a:xfrm xmlns:a="http://schemas.openxmlformats.org/drawingml/2006/main">
            <a:off x="3333750" y="53054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12" name="shape-111">
            <a:extLst xmlns:a="http://schemas.openxmlformats.org/drawingml/2006/main">
              <a:ext uri="{FF2B5EF4-FFF2-40B4-BE49-F238E27FC236}">
                <a16:creationId xmlns:a16="http://schemas.microsoft.com/office/drawing/2014/main" id="{BB389E33-BBED-4183-9CE2-491DCE45E395}"/>
              </a:ext>
            </a:extLst>
          </p:cNvPr>
          <p:cNvSpPr>
            <a:spLocks xmlns:a="http://schemas.openxmlformats.org/drawingml/2006/main" noGrp="1"/>
          </p:cNvSpPr>
          <p:nvPr/>
        </p:nvSpPr>
        <p:spPr>
          <a:xfrm xmlns:a="http://schemas.openxmlformats.org/drawingml/2006/main">
            <a:off x="333375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95" name=""/>
          <p:cNvCxnSpPr>
            <a:stCxn xmlns:a="http://schemas.openxmlformats.org/drawingml/2006/main" id="111" idx="0"/>
            <a:endCxn xmlns:a="http://schemas.openxmlformats.org/drawingml/2006/main" id="112" idx="2"/>
          </p:cNvCxnSpPr>
          <p:nvPr/>
        </p:nvCxnSpPr>
        <p:spPr>
          <a:xfrm xmlns:a="http://schemas.openxmlformats.org/drawingml/2006/main" flipV="1">
            <a:off x="3338513" y="4438650"/>
            <a:ext cx="0" cy="866775"/>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14" name="shape-113">
            <a:extLst xmlns:a="http://schemas.openxmlformats.org/drawingml/2006/main">
              <a:ext uri="{FF2B5EF4-FFF2-40B4-BE49-F238E27FC236}">
                <a16:creationId xmlns:a16="http://schemas.microsoft.com/office/drawing/2014/main" id="{4FCD7110-D653-4184-BB54-2B58F6CE4293}"/>
              </a:ext>
            </a:extLst>
          </p:cNvPr>
          <p:cNvSpPr>
            <a:spLocks xmlns:a="http://schemas.openxmlformats.org/drawingml/2006/main" noGrp="1"/>
          </p:cNvSpPr>
          <p:nvPr/>
        </p:nvSpPr>
        <p:spPr>
          <a:xfrm xmlns:a="http://schemas.openxmlformats.org/drawingml/2006/main">
            <a:off x="3333750" y="44291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15" name="shape-114">
            <a:extLst xmlns:a="http://schemas.openxmlformats.org/drawingml/2006/main">
              <a:ext uri="{FF2B5EF4-FFF2-40B4-BE49-F238E27FC236}">
                <a16:creationId xmlns:a16="http://schemas.microsoft.com/office/drawing/2014/main" id="{B379FAF5-63D3-4D47-8D00-2A18FC07D02D}"/>
              </a:ext>
            </a:extLst>
          </p:cNvPr>
          <p:cNvSpPr>
            <a:spLocks xmlns:a="http://schemas.openxmlformats.org/drawingml/2006/main" noGrp="1"/>
          </p:cNvSpPr>
          <p:nvPr/>
        </p:nvSpPr>
        <p:spPr>
          <a:xfrm xmlns:a="http://schemas.openxmlformats.org/drawingml/2006/main">
            <a:off x="411480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298" name=""/>
          <p:cNvCxnSpPr>
            <a:stCxn xmlns:a="http://schemas.openxmlformats.org/drawingml/2006/main" id="114" idx="3"/>
            <a:endCxn xmlns:a="http://schemas.openxmlformats.org/drawingml/2006/main" id="115" idx="1"/>
          </p:cNvCxnSpPr>
          <p:nvPr/>
        </p:nvCxnSpPr>
        <p:spPr>
          <a:xfrm xmlns:a="http://schemas.openxmlformats.org/drawingml/2006/main">
            <a:off x="3343275" y="4433888"/>
            <a:ext cx="771525" cy="0"/>
          </a:xfrm>
          <a:prstGeom xmlns:a="http://schemas.openxmlformats.org/drawingml/2006/main" prst="straightConnector1">
            <a:avLst/>
          </a:prstGeom>
          <a:ln xmlns:a="http://schemas.openxmlformats.org/drawingml/2006/main" w="20003">
            <a:solidFill>
              <a:srgbClr val="2166B0"/>
            </a:solidFill>
            <a:prstDash val="dash"/>
            <a:tailEnd type="triangle" w="sm" len="sm"/>
          </a:ln>
        </p:spPr>
      </p:cxnSp>
      <p:sp>
        <p:nvSpPr>
          <p:cNvPr id="117" name="text-116">
            <a:extLst xmlns:a="http://schemas.openxmlformats.org/drawingml/2006/main">
              <a:ext uri="{FF2B5EF4-FFF2-40B4-BE49-F238E27FC236}">
                <a16:creationId xmlns:a16="http://schemas.microsoft.com/office/drawing/2014/main" id="{4833855A-CD05-4FE9-B6A1-BFEC9071D390}"/>
              </a:ext>
            </a:extLst>
          </p:cNvPr>
          <p:cNvSpPr>
            <a:spLocks xmlns:a="http://schemas.openxmlformats.org/drawingml/2006/main" noGrp="1"/>
          </p:cNvSpPr>
          <p:nvPr/>
        </p:nvSpPr>
        <p:spPr>
          <a:xfrm xmlns:a="http://schemas.openxmlformats.org/drawingml/2006/main">
            <a:off x="5476875" y="5067300"/>
            <a:ext cx="3000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350" b="1">
                <a:solidFill>
                  <a:srgbClr val="2166B0"/>
                </a:solidFill>
                <a:latin typeface="Hiragino Sans GB"/>
                <a:ea typeface="Hiragino Sans GB"/>
                <a:cs typeface="Hiragino Sans GB"/>
              </a:defRPr>
            </a:pPr>
            <a:r>
              <a:rPr sz="1350" b="1">
                <a:solidFill>
                  <a:srgbClr val="2166B0"/>
                </a:solidFill>
                <a:latin typeface="Hiragino Sans GB"/>
                <a:ea typeface="Hiragino Sans GB"/>
                <a:cs typeface="Hiragino Sans GB"/>
              </a:rPr>
              <a:t>完成或失败后按runId通知</a:t>
            </a:r>
          </a:p>
        </p:txBody>
      </p:sp>
      <p:sp>
        <p:nvSpPr>
          <p:cNvPr id="118" name="line-117">
            <a:extLst xmlns:a="http://schemas.openxmlformats.org/drawingml/2006/main">
              <a:ext uri="{FF2B5EF4-FFF2-40B4-BE49-F238E27FC236}">
                <a16:creationId xmlns:a16="http://schemas.microsoft.com/office/drawing/2014/main" id="{E73C9B6D-17D5-40DB-882D-5E3048247E82}"/>
              </a:ext>
            </a:extLst>
          </p:cNvPr>
          <p:cNvSpPr>
            <a:spLocks xmlns:a="http://schemas.openxmlformats.org/drawingml/2006/main" noGrp="1"/>
          </p:cNvSpPr>
          <p:nvPr/>
        </p:nvSpPr>
        <p:spPr>
          <a:xfrm xmlns:a="http://schemas.openxmlformats.org/drawingml/2006/main">
            <a:off x="523875" y="5391150"/>
            <a:ext cx="9439275" cy="0"/>
          </a:xfrm>
          <a:prstGeom xmlns:a="http://schemas.openxmlformats.org/drawingml/2006/main" prst="line">
            <a:avLst/>
          </a:prstGeom>
          <a:noFill xmlns:a="http://schemas.openxmlformats.org/drawingml/2006/main"/>
          <a:ln xmlns:a="http://schemas.openxmlformats.org/drawingml/2006/main" w="12383">
            <a:solidFill>
              <a:srgbClr val="B9CEE5"/>
            </a:solidFill>
            <a:prstDash val="solid"/>
          </a:ln>
        </p:spPr>
      </p:sp>
      <p:sp>
        <p:nvSpPr>
          <p:cNvPr id="119" name="text-118">
            <a:extLst xmlns:a="http://schemas.openxmlformats.org/drawingml/2006/main">
              <a:ext uri="{FF2B5EF4-FFF2-40B4-BE49-F238E27FC236}">
                <a16:creationId xmlns:a16="http://schemas.microsoft.com/office/drawing/2014/main" id="{0D6CB361-E387-4CFD-A3A0-798EB13BA2FC}"/>
              </a:ext>
            </a:extLst>
          </p:cNvPr>
          <p:cNvSpPr>
            <a:spLocks xmlns:a="http://schemas.openxmlformats.org/drawingml/2006/main" noGrp="1"/>
          </p:cNvSpPr>
          <p:nvPr/>
        </p:nvSpPr>
        <p:spPr>
          <a:xfrm xmlns:a="http://schemas.openxmlformats.org/drawingml/2006/main">
            <a:off x="523875" y="55340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② 返回数据：限制接收速度、排队数量和正文大小</a:t>
            </a:r>
          </a:p>
        </p:txBody>
      </p:sp>
      <p:sp>
        <p:nvSpPr>
          <p:cNvPr id="120" name="text-119">
            <a:extLst xmlns:a="http://schemas.openxmlformats.org/drawingml/2006/main">
              <a:ext uri="{FF2B5EF4-FFF2-40B4-BE49-F238E27FC236}">
                <a16:creationId xmlns:a16="http://schemas.microsoft.com/office/drawing/2014/main" id="{0F84ADDA-BC5C-4F15-8A64-C80C11057529}"/>
              </a:ext>
            </a:extLst>
          </p:cNvPr>
          <p:cNvSpPr>
            <a:spLocks xmlns:a="http://schemas.openxmlformats.org/drawingml/2006/main" noGrp="1"/>
          </p:cNvSpPr>
          <p:nvPr/>
        </p:nvSpPr>
        <p:spPr>
          <a:xfrm xmlns:a="http://schemas.openxmlformats.org/drawingml/2006/main">
            <a:off x="542925" y="5981700"/>
            <a:ext cx="137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650" b="1">
                <a:solidFill>
                  <a:srgbClr val="163A63"/>
                </a:solidFill>
                <a:latin typeface="Hiragino Sans GB"/>
                <a:ea typeface="Hiragino Sans GB"/>
                <a:cs typeface="Hiragino Sans GB"/>
              </a:defRPr>
            </a:pPr>
            <a:r>
              <a:rPr sz="1650" b="1">
                <a:solidFill>
                  <a:srgbClr val="163A63"/>
                </a:solidFill>
                <a:latin typeface="Hiragino Sans GB"/>
                <a:ea typeface="Hiragino Sans GB"/>
                <a:cs typeface="Hiragino Sans GB"/>
              </a:rPr>
              <a:t>下游返回</a:t>
            </a:r>
          </a:p>
        </p:txBody>
      </p:sp>
      <p:sp>
        <p:nvSpPr>
          <p:cNvPr id="121" name="shape-120">
            <a:extLst xmlns:a="http://schemas.openxmlformats.org/drawingml/2006/main">
              <a:ext uri="{FF2B5EF4-FFF2-40B4-BE49-F238E27FC236}">
                <a16:creationId xmlns:a16="http://schemas.microsoft.com/office/drawing/2014/main" id="{E66D79B4-FD87-48A1-B18A-150DA8CBCF3B}"/>
              </a:ext>
            </a:extLst>
          </p:cNvPr>
          <p:cNvSpPr>
            <a:spLocks xmlns:a="http://schemas.openxmlformats.org/drawingml/2006/main" noGrp="1"/>
          </p:cNvSpPr>
          <p:nvPr/>
        </p:nvSpPr>
        <p:spPr>
          <a:xfrm xmlns:a="http://schemas.openxmlformats.org/drawingml/2006/main">
            <a:off x="552450" y="6334125"/>
            <a:ext cx="1238250" cy="3524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22" name="text-121">
            <a:extLst xmlns:a="http://schemas.openxmlformats.org/drawingml/2006/main">
              <a:ext uri="{FF2B5EF4-FFF2-40B4-BE49-F238E27FC236}">
                <a16:creationId xmlns:a16="http://schemas.microsoft.com/office/drawing/2014/main" id="{E2B4F37D-CDC9-4351-8838-C8204C014440}"/>
              </a:ext>
            </a:extLst>
          </p:cNvPr>
          <p:cNvSpPr>
            <a:spLocks xmlns:a="http://schemas.openxmlformats.org/drawingml/2006/main" noGrp="1"/>
          </p:cNvSpPr>
          <p:nvPr/>
        </p:nvSpPr>
        <p:spPr>
          <a:xfrm xmlns:a="http://schemas.openxmlformats.org/drawingml/2006/main">
            <a:off x="600075" y="6381750"/>
            <a:ext cx="114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350" b="1">
                <a:solidFill>
                  <a:srgbClr val="2166B0"/>
                </a:solidFill>
                <a:latin typeface="Hiragino Sans GB"/>
                <a:ea typeface="Hiragino Sans GB"/>
                <a:cs typeface="Hiragino Sans GB"/>
              </a:defRPr>
            </a:pPr>
            <a:r>
              <a:rPr sz="1350" b="1">
                <a:solidFill>
                  <a:srgbClr val="2166B0"/>
                </a:solidFill>
                <a:latin typeface="Hiragino Sans GB"/>
                <a:ea typeface="Hiragino Sans GB"/>
                <a:cs typeface="Hiragino Sans GB"/>
              </a:rPr>
              <a:t>大帧 / 长帧</a:t>
            </a:r>
          </a:p>
        </p:txBody>
      </p:sp>
      <p:sp>
        <p:nvSpPr>
          <p:cNvPr id="123" name="shape-122">
            <a:extLst xmlns:a="http://schemas.openxmlformats.org/drawingml/2006/main">
              <a:ext uri="{FF2B5EF4-FFF2-40B4-BE49-F238E27FC236}">
                <a16:creationId xmlns:a16="http://schemas.microsoft.com/office/drawing/2014/main" id="{C339760C-AE49-47D8-8D73-2200194AEBB9}"/>
              </a:ext>
            </a:extLst>
          </p:cNvPr>
          <p:cNvSpPr>
            <a:spLocks xmlns:a="http://schemas.openxmlformats.org/drawingml/2006/main" noGrp="1"/>
          </p:cNvSpPr>
          <p:nvPr/>
        </p:nvSpPr>
        <p:spPr>
          <a:xfrm xmlns:a="http://schemas.openxmlformats.org/drawingml/2006/main">
            <a:off x="571500"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4" name="shape-123">
            <a:extLst xmlns:a="http://schemas.openxmlformats.org/drawingml/2006/main">
              <a:ext uri="{FF2B5EF4-FFF2-40B4-BE49-F238E27FC236}">
                <a16:creationId xmlns:a16="http://schemas.microsoft.com/office/drawing/2014/main" id="{4768EB54-CF59-44D0-9504-59EE48E6D105}"/>
              </a:ext>
            </a:extLst>
          </p:cNvPr>
          <p:cNvSpPr>
            <a:spLocks xmlns:a="http://schemas.openxmlformats.org/drawingml/2006/main" noGrp="1"/>
          </p:cNvSpPr>
          <p:nvPr/>
        </p:nvSpPr>
        <p:spPr>
          <a:xfrm xmlns:a="http://schemas.openxmlformats.org/drawingml/2006/main">
            <a:off x="885825"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5" name="shape-124">
            <a:extLst xmlns:a="http://schemas.openxmlformats.org/drawingml/2006/main">
              <a:ext uri="{FF2B5EF4-FFF2-40B4-BE49-F238E27FC236}">
                <a16:creationId xmlns:a16="http://schemas.microsoft.com/office/drawing/2014/main" id="{065416DF-D4F0-4ED7-AB2E-BD171A7441A4}"/>
              </a:ext>
            </a:extLst>
          </p:cNvPr>
          <p:cNvSpPr>
            <a:spLocks xmlns:a="http://schemas.openxmlformats.org/drawingml/2006/main" noGrp="1"/>
          </p:cNvSpPr>
          <p:nvPr/>
        </p:nvSpPr>
        <p:spPr>
          <a:xfrm xmlns:a="http://schemas.openxmlformats.org/drawingml/2006/main">
            <a:off x="1200150"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6" name="shape-125">
            <a:extLst xmlns:a="http://schemas.openxmlformats.org/drawingml/2006/main">
              <a:ext uri="{FF2B5EF4-FFF2-40B4-BE49-F238E27FC236}">
                <a16:creationId xmlns:a16="http://schemas.microsoft.com/office/drawing/2014/main" id="{466ED6A1-2CAB-44DE-8033-417EC8DEC033}"/>
              </a:ext>
            </a:extLst>
          </p:cNvPr>
          <p:cNvSpPr>
            <a:spLocks xmlns:a="http://schemas.openxmlformats.org/drawingml/2006/main" noGrp="1"/>
          </p:cNvSpPr>
          <p:nvPr/>
        </p:nvSpPr>
        <p:spPr>
          <a:xfrm xmlns:a="http://schemas.openxmlformats.org/drawingml/2006/main">
            <a:off x="1514475"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7" name="text-126">
            <a:extLst xmlns:a="http://schemas.openxmlformats.org/drawingml/2006/main">
              <a:ext uri="{FF2B5EF4-FFF2-40B4-BE49-F238E27FC236}">
                <a16:creationId xmlns:a16="http://schemas.microsoft.com/office/drawing/2014/main" id="{D91BA5D4-E91D-41CC-B00C-26757BEE1E8E}"/>
              </a:ext>
            </a:extLst>
          </p:cNvPr>
          <p:cNvSpPr>
            <a:spLocks xmlns:a="http://schemas.openxmlformats.org/drawingml/2006/main" noGrp="1"/>
          </p:cNvSpPr>
          <p:nvPr/>
        </p:nvSpPr>
        <p:spPr>
          <a:xfrm xmlns:a="http://schemas.openxmlformats.org/drawingml/2006/main">
            <a:off x="523875" y="7162800"/>
            <a:ext cx="14192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高频 / 长文本</a:t>
            </a:r>
          </a:p>
        </p:txBody>
      </p:sp>
      <p:sp>
        <p:nvSpPr>
          <p:cNvPr id="128" name="text-127">
            <a:extLst xmlns:a="http://schemas.openxmlformats.org/drawingml/2006/main">
              <a:ext uri="{FF2B5EF4-FFF2-40B4-BE49-F238E27FC236}">
                <a16:creationId xmlns:a16="http://schemas.microsoft.com/office/drawing/2014/main" id="{0D98F647-2D5F-4910-8CE4-54259B921F3E}"/>
              </a:ext>
            </a:extLst>
          </p:cNvPr>
          <p:cNvSpPr>
            <a:spLocks xmlns:a="http://schemas.openxmlformats.org/drawingml/2006/main" noGrp="1"/>
          </p:cNvSpPr>
          <p:nvPr/>
        </p:nvSpPr>
        <p:spPr>
          <a:xfrm xmlns:a="http://schemas.openxmlformats.org/drawingml/2006/main">
            <a:off x="2324100" y="5981700"/>
            <a:ext cx="20288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限制大小与速度</a:t>
            </a:r>
          </a:p>
        </p:txBody>
      </p:sp>
      <p:sp>
        <p:nvSpPr>
          <p:cNvPr id="129" name="glyph-trapezoid-128">
            <a:extLst xmlns:a="http://schemas.openxmlformats.org/drawingml/2006/main">
              <a:ext uri="{FF2B5EF4-FFF2-40B4-BE49-F238E27FC236}">
                <a16:creationId xmlns:a16="http://schemas.microsoft.com/office/drawing/2014/main" id="{6E238D65-2A38-4A7B-AF20-422787B1995B}"/>
              </a:ext>
            </a:extLst>
          </p:cNvPr>
          <p:cNvSpPr>
            <a:spLocks xmlns:a="http://schemas.openxmlformats.org/drawingml/2006/main" noGrp="1"/>
          </p:cNvSpPr>
          <p:nvPr/>
        </p:nvSpPr>
        <p:spPr>
          <a:xfrm xmlns:a="http://schemas.openxmlformats.org/drawingml/2006/main">
            <a:off x="2600325" y="6353175"/>
            <a:ext cx="1514475" cy="542925"/>
          </a:xfrm>
          <a:prstGeom xmlns:a="http://schemas.openxmlformats.org/drawingml/2006/main" prst="trapezoid">
            <a:avLst/>
          </a:prstGeom>
          <a:solidFill xmlns:a="http://schemas.openxmlformats.org/drawingml/2006/main">
            <a:srgbClr val="EAF3FD"/>
          </a:solidFill>
          <a:ln xmlns:a="http://schemas.openxmlformats.org/drawingml/2006/main" w="14288">
            <a:solidFill>
              <a:srgbClr val="2166B0"/>
            </a:solidFill>
          </a:ln>
        </p:spPr>
      </p:sp>
      <p:sp>
        <p:nvSpPr>
          <p:cNvPr id="130" name="text-129">
            <a:extLst xmlns:a="http://schemas.openxmlformats.org/drawingml/2006/main">
              <a:ext uri="{FF2B5EF4-FFF2-40B4-BE49-F238E27FC236}">
                <a16:creationId xmlns:a16="http://schemas.microsoft.com/office/drawing/2014/main" id="{060ACB9E-BFC8-4AC0-8508-93E7F85D9A46}"/>
              </a:ext>
            </a:extLst>
          </p:cNvPr>
          <p:cNvSpPr>
            <a:spLocks xmlns:a="http://schemas.openxmlformats.org/drawingml/2006/main" noGrp="1"/>
          </p:cNvSpPr>
          <p:nvPr/>
        </p:nvSpPr>
        <p:spPr>
          <a:xfrm xmlns:a="http://schemas.openxmlformats.org/drawingml/2006/main">
            <a:off x="2714625" y="6486525"/>
            <a:ext cx="1276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接收时检查</a:t>
            </a:r>
          </a:p>
        </p:txBody>
      </p:sp>
      <p:sp>
        <p:nvSpPr>
          <p:cNvPr id="131" name="shape-130">
            <a:extLst xmlns:a="http://schemas.openxmlformats.org/drawingml/2006/main">
              <a:ext uri="{FF2B5EF4-FFF2-40B4-BE49-F238E27FC236}">
                <a16:creationId xmlns:a16="http://schemas.microsoft.com/office/drawing/2014/main" id="{624164CD-B4C2-4CA6-8717-63D758CE4C76}"/>
              </a:ext>
            </a:extLst>
          </p:cNvPr>
          <p:cNvSpPr>
            <a:spLocks xmlns:a="http://schemas.openxmlformats.org/drawingml/2006/main" noGrp="1"/>
          </p:cNvSpPr>
          <p:nvPr/>
        </p:nvSpPr>
        <p:spPr>
          <a:xfrm xmlns:a="http://schemas.openxmlformats.org/drawingml/2006/main">
            <a:off x="1819275" y="65532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32" name="shape-131">
            <a:extLst xmlns:a="http://schemas.openxmlformats.org/drawingml/2006/main">
              <a:ext uri="{FF2B5EF4-FFF2-40B4-BE49-F238E27FC236}">
                <a16:creationId xmlns:a16="http://schemas.microsoft.com/office/drawing/2014/main" id="{65C13241-3A2B-49F2-98ED-414B1FCE8F1E}"/>
              </a:ext>
            </a:extLst>
          </p:cNvPr>
          <p:cNvSpPr>
            <a:spLocks xmlns:a="http://schemas.openxmlformats.org/drawingml/2006/main" noGrp="1"/>
          </p:cNvSpPr>
          <p:nvPr/>
        </p:nvSpPr>
        <p:spPr>
          <a:xfrm xmlns:a="http://schemas.openxmlformats.org/drawingml/2006/main">
            <a:off x="2600325" y="655320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315" name=""/>
          <p:cNvCxnSpPr>
            <a:stCxn xmlns:a="http://schemas.openxmlformats.org/drawingml/2006/main" id="131" idx="3"/>
            <a:endCxn xmlns:a="http://schemas.openxmlformats.org/drawingml/2006/main" id="132" idx="1"/>
          </p:cNvCxnSpPr>
          <p:nvPr/>
        </p:nvCxnSpPr>
        <p:spPr>
          <a:xfrm xmlns:a="http://schemas.openxmlformats.org/drawingml/2006/main">
            <a:off x="1828800" y="6557963"/>
            <a:ext cx="7715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34" name="text-133">
            <a:extLst xmlns:a="http://schemas.openxmlformats.org/drawingml/2006/main">
              <a:ext uri="{FF2B5EF4-FFF2-40B4-BE49-F238E27FC236}">
                <a16:creationId xmlns:a16="http://schemas.microsoft.com/office/drawing/2014/main" id="{C1A7081A-DE98-4EA3-981A-11333858CA76}"/>
              </a:ext>
            </a:extLst>
          </p:cNvPr>
          <p:cNvSpPr>
            <a:spLocks xmlns:a="http://schemas.openxmlformats.org/drawingml/2006/main" noGrp="1"/>
          </p:cNvSpPr>
          <p:nvPr/>
        </p:nvSpPr>
        <p:spPr>
          <a:xfrm xmlns:a="http://schemas.openxmlformats.org/drawingml/2006/main">
            <a:off x="2200275" y="7134225"/>
            <a:ext cx="2371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帧大小 + 一帧接收时限</a:t>
            </a:r>
          </a:p>
          <a:p xmlns:a="http://schemas.openxmlformats.org/drawingml/2006/main">
            <a:pPr algn="ctr">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每秒帧数 + 每秒字节数</a:t>
            </a:r>
          </a:p>
        </p:txBody>
      </p:sp>
      <p:sp>
        <p:nvSpPr>
          <p:cNvPr id="135" name="text-134">
            <a:extLst xmlns:a="http://schemas.openxmlformats.org/drawingml/2006/main">
              <a:ext uri="{FF2B5EF4-FFF2-40B4-BE49-F238E27FC236}">
                <a16:creationId xmlns:a16="http://schemas.microsoft.com/office/drawing/2014/main" id="{ADB4BC91-02AE-4B3A-9AF2-06305D3A5849}"/>
              </a:ext>
            </a:extLst>
          </p:cNvPr>
          <p:cNvSpPr>
            <a:spLocks xmlns:a="http://schemas.openxmlformats.org/drawingml/2006/main" noGrp="1"/>
          </p:cNvSpPr>
          <p:nvPr/>
        </p:nvSpPr>
        <p:spPr>
          <a:xfrm xmlns:a="http://schemas.openxmlformats.org/drawingml/2006/main">
            <a:off x="4791075" y="5981700"/>
            <a:ext cx="2609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限制排队与处理量</a:t>
            </a:r>
          </a:p>
        </p:txBody>
      </p:sp>
      <p:sp>
        <p:nvSpPr>
          <p:cNvPr id="136" name="shape-135">
            <a:extLst xmlns:a="http://schemas.openxmlformats.org/drawingml/2006/main">
              <a:ext uri="{FF2B5EF4-FFF2-40B4-BE49-F238E27FC236}">
                <a16:creationId xmlns:a16="http://schemas.microsoft.com/office/drawing/2014/main" id="{25609C58-180A-4BBF-81E1-AC70857F9BC3}"/>
              </a:ext>
            </a:extLst>
          </p:cNvPr>
          <p:cNvSpPr>
            <a:spLocks xmlns:a="http://schemas.openxmlformats.org/drawingml/2006/main" noGrp="1"/>
          </p:cNvSpPr>
          <p:nvPr/>
        </p:nvSpPr>
        <p:spPr>
          <a:xfrm xmlns:a="http://schemas.openxmlformats.org/drawingml/2006/main">
            <a:off x="5191125"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7" name="shape-136">
            <a:extLst xmlns:a="http://schemas.openxmlformats.org/drawingml/2006/main">
              <a:ext uri="{FF2B5EF4-FFF2-40B4-BE49-F238E27FC236}">
                <a16:creationId xmlns:a16="http://schemas.microsoft.com/office/drawing/2014/main" id="{5EEAB9DD-B061-4347-8396-2348087F5ED6}"/>
              </a:ext>
            </a:extLst>
          </p:cNvPr>
          <p:cNvSpPr>
            <a:spLocks xmlns:a="http://schemas.openxmlformats.org/drawingml/2006/main" noGrp="1"/>
          </p:cNvSpPr>
          <p:nvPr/>
        </p:nvSpPr>
        <p:spPr>
          <a:xfrm xmlns:a="http://schemas.openxmlformats.org/drawingml/2006/main">
            <a:off x="5524500"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8" name="shape-137">
            <a:extLst xmlns:a="http://schemas.openxmlformats.org/drawingml/2006/main">
              <a:ext uri="{FF2B5EF4-FFF2-40B4-BE49-F238E27FC236}">
                <a16:creationId xmlns:a16="http://schemas.microsoft.com/office/drawing/2014/main" id="{4718C39B-A8A9-4F42-B2BD-ED59C8068591}"/>
              </a:ext>
            </a:extLst>
          </p:cNvPr>
          <p:cNvSpPr>
            <a:spLocks xmlns:a="http://schemas.openxmlformats.org/drawingml/2006/main" noGrp="1"/>
          </p:cNvSpPr>
          <p:nvPr/>
        </p:nvSpPr>
        <p:spPr>
          <a:xfrm xmlns:a="http://schemas.openxmlformats.org/drawingml/2006/main">
            <a:off x="5857875"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9" name="shape-138">
            <a:extLst xmlns:a="http://schemas.openxmlformats.org/drawingml/2006/main">
              <a:ext uri="{FF2B5EF4-FFF2-40B4-BE49-F238E27FC236}">
                <a16:creationId xmlns:a16="http://schemas.microsoft.com/office/drawing/2014/main" id="{3ABB6A65-EC0F-4F53-96C5-43EDB382A7F7}"/>
              </a:ext>
            </a:extLst>
          </p:cNvPr>
          <p:cNvSpPr>
            <a:spLocks xmlns:a="http://schemas.openxmlformats.org/drawingml/2006/main" noGrp="1"/>
          </p:cNvSpPr>
          <p:nvPr/>
        </p:nvSpPr>
        <p:spPr>
          <a:xfrm xmlns:a="http://schemas.openxmlformats.org/drawingml/2006/main">
            <a:off x="6191250" y="6334125"/>
            <a:ext cx="276225" cy="238125"/>
          </a:xfrm>
          <a:prstGeom xmlns:a="http://schemas.openxmlformats.org/drawingml/2006/main" prst="rect">
            <a:avLst/>
          </a:prstGeom>
          <a:solidFill xmlns:a="http://schemas.openxmlformats.org/drawingml/2006/main">
            <a:srgbClr val="FFFFFF"/>
          </a:solidFill>
          <a:ln xmlns:a="http://schemas.openxmlformats.org/drawingml/2006/main" w="11906">
            <a:solidFill>
              <a:srgbClr val="2166B0"/>
            </a:solidFill>
          </a:ln>
        </p:spPr>
      </p:sp>
      <p:sp>
        <p:nvSpPr>
          <p:cNvPr id="140" name="shape-139">
            <a:extLst xmlns:a="http://schemas.openxmlformats.org/drawingml/2006/main">
              <a:ext uri="{FF2B5EF4-FFF2-40B4-BE49-F238E27FC236}">
                <a16:creationId xmlns:a16="http://schemas.microsoft.com/office/drawing/2014/main" id="{C0B1DB53-682C-477D-B7F7-758EDC85752A}"/>
              </a:ext>
            </a:extLst>
          </p:cNvPr>
          <p:cNvSpPr>
            <a:spLocks xmlns:a="http://schemas.openxmlformats.org/drawingml/2006/main" noGrp="1"/>
          </p:cNvSpPr>
          <p:nvPr/>
        </p:nvSpPr>
        <p:spPr>
          <a:xfrm xmlns:a="http://schemas.openxmlformats.org/drawingml/2006/main">
            <a:off x="6524625" y="6334125"/>
            <a:ext cx="276225" cy="238125"/>
          </a:xfrm>
          <a:prstGeom xmlns:a="http://schemas.openxmlformats.org/drawingml/2006/main" prst="rect">
            <a:avLst/>
          </a:prstGeom>
          <a:solidFill xmlns:a="http://schemas.openxmlformats.org/drawingml/2006/main">
            <a:srgbClr val="FFFFFF"/>
          </a:solidFill>
          <a:ln xmlns:a="http://schemas.openxmlformats.org/drawingml/2006/main" w="11906">
            <a:solidFill>
              <a:srgbClr val="2166B0"/>
            </a:solidFill>
          </a:ln>
        </p:spPr>
      </p:sp>
      <p:sp>
        <p:nvSpPr>
          <p:cNvPr id="141" name="shape-140">
            <a:extLst xmlns:a="http://schemas.openxmlformats.org/drawingml/2006/main">
              <a:ext uri="{FF2B5EF4-FFF2-40B4-BE49-F238E27FC236}">
                <a16:creationId xmlns:a16="http://schemas.microsoft.com/office/drawing/2014/main" id="{2F5B0540-78B8-4990-93B9-395232F128E5}"/>
              </a:ext>
            </a:extLst>
          </p:cNvPr>
          <p:cNvSpPr>
            <a:spLocks xmlns:a="http://schemas.openxmlformats.org/drawingml/2006/main" noGrp="1"/>
          </p:cNvSpPr>
          <p:nvPr/>
        </p:nvSpPr>
        <p:spPr>
          <a:xfrm xmlns:a="http://schemas.openxmlformats.org/drawingml/2006/main">
            <a:off x="4114800" y="65532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42" name="shape-141">
            <a:extLst xmlns:a="http://schemas.openxmlformats.org/drawingml/2006/main">
              <a:ext uri="{FF2B5EF4-FFF2-40B4-BE49-F238E27FC236}">
                <a16:creationId xmlns:a16="http://schemas.microsoft.com/office/drawing/2014/main" id="{865EB39B-AD4D-47D4-96CB-4637DD7D4856}"/>
              </a:ext>
            </a:extLst>
          </p:cNvPr>
          <p:cNvSpPr>
            <a:spLocks xmlns:a="http://schemas.openxmlformats.org/drawingml/2006/main" noGrp="1"/>
          </p:cNvSpPr>
          <p:nvPr/>
        </p:nvSpPr>
        <p:spPr>
          <a:xfrm xmlns:a="http://schemas.openxmlformats.org/drawingml/2006/main">
            <a:off x="5038725" y="655320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325" name=""/>
          <p:cNvCxnSpPr>
            <a:stCxn xmlns:a="http://schemas.openxmlformats.org/drawingml/2006/main" id="141" idx="3"/>
            <a:endCxn xmlns:a="http://schemas.openxmlformats.org/drawingml/2006/main" id="142" idx="1"/>
          </p:cNvCxnSpPr>
          <p:nvPr/>
        </p:nvCxnSpPr>
        <p:spPr>
          <a:xfrm xmlns:a="http://schemas.openxmlformats.org/drawingml/2006/main">
            <a:off x="4124325" y="6557963"/>
            <a:ext cx="91440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44" name="shape-143">
            <a:extLst xmlns:a="http://schemas.openxmlformats.org/drawingml/2006/main">
              <a:ext uri="{FF2B5EF4-FFF2-40B4-BE49-F238E27FC236}">
                <a16:creationId xmlns:a16="http://schemas.microsoft.com/office/drawing/2014/main" id="{4AF7DFE7-D983-4587-8860-8FF3D5A66063}"/>
              </a:ext>
            </a:extLst>
          </p:cNvPr>
          <p:cNvSpPr>
            <a:spLocks xmlns:a="http://schemas.openxmlformats.org/drawingml/2006/main" noGrp="1"/>
          </p:cNvSpPr>
          <p:nvPr/>
        </p:nvSpPr>
        <p:spPr>
          <a:xfrm xmlns:a="http://schemas.openxmlformats.org/drawingml/2006/main">
            <a:off x="521970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5" name="shape-144">
            <a:extLst xmlns:a="http://schemas.openxmlformats.org/drawingml/2006/main">
              <a:ext uri="{FF2B5EF4-FFF2-40B4-BE49-F238E27FC236}">
                <a16:creationId xmlns:a16="http://schemas.microsoft.com/office/drawing/2014/main" id="{B31DDC52-D128-4398-9B6E-3537887DAE23}"/>
              </a:ext>
            </a:extLst>
          </p:cNvPr>
          <p:cNvSpPr>
            <a:spLocks xmlns:a="http://schemas.openxmlformats.org/drawingml/2006/main" noGrp="1"/>
          </p:cNvSpPr>
          <p:nvPr/>
        </p:nvSpPr>
        <p:spPr>
          <a:xfrm xmlns:a="http://schemas.openxmlformats.org/drawingml/2006/main">
            <a:off x="577215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6" name="shape-145">
            <a:extLst xmlns:a="http://schemas.openxmlformats.org/drawingml/2006/main">
              <a:ext uri="{FF2B5EF4-FFF2-40B4-BE49-F238E27FC236}">
                <a16:creationId xmlns:a16="http://schemas.microsoft.com/office/drawing/2014/main" id="{DD18FB5C-1FAD-4A4D-B884-2FC25B01CE8A}"/>
              </a:ext>
            </a:extLst>
          </p:cNvPr>
          <p:cNvSpPr>
            <a:spLocks xmlns:a="http://schemas.openxmlformats.org/drawingml/2006/main" noGrp="1"/>
          </p:cNvSpPr>
          <p:nvPr/>
        </p:nvSpPr>
        <p:spPr>
          <a:xfrm xmlns:a="http://schemas.openxmlformats.org/drawingml/2006/main">
            <a:off x="632460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7" name="shape-146">
            <a:extLst xmlns:a="http://schemas.openxmlformats.org/drawingml/2006/main">
              <a:ext uri="{FF2B5EF4-FFF2-40B4-BE49-F238E27FC236}">
                <a16:creationId xmlns:a16="http://schemas.microsoft.com/office/drawing/2014/main" id="{7FFEFE4D-902E-45AD-8E44-9478905B9634}"/>
              </a:ext>
            </a:extLst>
          </p:cNvPr>
          <p:cNvSpPr>
            <a:spLocks xmlns:a="http://schemas.openxmlformats.org/drawingml/2006/main" noGrp="1"/>
          </p:cNvSpPr>
          <p:nvPr/>
        </p:nvSpPr>
        <p:spPr>
          <a:xfrm xmlns:a="http://schemas.openxmlformats.org/drawingml/2006/main">
            <a:off x="6067425" y="65913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48" name="shape-147">
            <a:extLst xmlns:a="http://schemas.openxmlformats.org/drawingml/2006/main">
              <a:ext uri="{FF2B5EF4-FFF2-40B4-BE49-F238E27FC236}">
                <a16:creationId xmlns:a16="http://schemas.microsoft.com/office/drawing/2014/main" id="{666A5330-8357-49DE-AC43-7172AD76334E}"/>
              </a:ext>
            </a:extLst>
          </p:cNvPr>
          <p:cNvSpPr>
            <a:spLocks xmlns:a="http://schemas.openxmlformats.org/drawingml/2006/main" noGrp="1"/>
          </p:cNvSpPr>
          <p:nvPr/>
        </p:nvSpPr>
        <p:spPr>
          <a:xfrm xmlns:a="http://schemas.openxmlformats.org/drawingml/2006/main">
            <a:off x="6067425" y="68103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331" name=""/>
          <p:cNvCxnSpPr>
            <a:stCxn xmlns:a="http://schemas.openxmlformats.org/drawingml/2006/main" id="147" idx="2"/>
            <a:endCxn xmlns:a="http://schemas.openxmlformats.org/drawingml/2006/main" id="148" idx="0"/>
          </p:cNvCxnSpPr>
          <p:nvPr/>
        </p:nvCxnSpPr>
        <p:spPr>
          <a:xfrm xmlns:a="http://schemas.openxmlformats.org/drawingml/2006/main">
            <a:off x="6072188" y="6600825"/>
            <a:ext cx="0" cy="20955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50" name="text-149">
            <a:extLst xmlns:a="http://schemas.openxmlformats.org/drawingml/2006/main">
              <a:ext uri="{FF2B5EF4-FFF2-40B4-BE49-F238E27FC236}">
                <a16:creationId xmlns:a16="http://schemas.microsoft.com/office/drawing/2014/main" id="{78FA7984-6457-4426-A2E9-A418A2A5443D}"/>
              </a:ext>
            </a:extLst>
          </p:cNvPr>
          <p:cNvSpPr>
            <a:spLocks xmlns:a="http://schemas.openxmlformats.org/drawingml/2006/main" noGrp="1"/>
          </p:cNvSpPr>
          <p:nvPr/>
        </p:nvSpPr>
        <p:spPr>
          <a:xfrm xmlns:a="http://schemas.openxmlformats.org/drawingml/2006/main">
            <a:off x="4791075" y="7134225"/>
            <a:ext cx="266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排队条数与字节数均限量</a:t>
            </a:r>
          </a:p>
          <a:p xmlns:a="http://schemas.openxmlformats.org/drawingml/2006/main">
            <a:pPr algn="ctr">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最多P个处理任务，同Run串行</a:t>
            </a:r>
          </a:p>
        </p:txBody>
      </p:sp>
      <p:sp>
        <p:nvSpPr>
          <p:cNvPr id="151" name="text-150">
            <a:extLst xmlns:a="http://schemas.openxmlformats.org/drawingml/2006/main">
              <a:ext uri="{FF2B5EF4-FFF2-40B4-BE49-F238E27FC236}">
                <a16:creationId xmlns:a16="http://schemas.microsoft.com/office/drawing/2014/main" id="{E544D01A-2464-4C65-9870-A1AB9237865F}"/>
              </a:ext>
            </a:extLst>
          </p:cNvPr>
          <p:cNvSpPr>
            <a:spLocks xmlns:a="http://schemas.openxmlformats.org/drawingml/2006/main" noGrp="1"/>
          </p:cNvSpPr>
          <p:nvPr/>
        </p:nvSpPr>
        <p:spPr>
          <a:xfrm xmlns:a="http://schemas.openxmlformats.org/drawingml/2006/main">
            <a:off x="7858125" y="598170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限制正文占用内存</a:t>
            </a:r>
          </a:p>
        </p:txBody>
      </p:sp>
      <p:sp>
        <p:nvSpPr>
          <p:cNvPr id="152" name="glyph-rect-151">
            <a:extLst xmlns:a="http://schemas.openxmlformats.org/drawingml/2006/main">
              <a:ext uri="{FF2B5EF4-FFF2-40B4-BE49-F238E27FC236}">
                <a16:creationId xmlns:a16="http://schemas.microsoft.com/office/drawing/2014/main" id="{8A545DD2-15CC-4495-B122-9449455E27C8}"/>
              </a:ext>
            </a:extLst>
          </p:cNvPr>
          <p:cNvSpPr>
            <a:spLocks xmlns:a="http://schemas.openxmlformats.org/drawingml/2006/main" noGrp="1"/>
          </p:cNvSpPr>
          <p:nvPr/>
        </p:nvSpPr>
        <p:spPr>
          <a:xfrm xmlns:a="http://schemas.openxmlformats.org/drawingml/2006/main">
            <a:off x="8620125" y="6391275"/>
            <a:ext cx="552450" cy="647700"/>
          </a:xfrm>
          <a:prstGeom xmlns:a="http://schemas.openxmlformats.org/drawingml/2006/main" prst="rect">
            <a:avLst/>
          </a:prstGeom>
          <a:solidFill xmlns:a="http://schemas.openxmlformats.org/drawingml/2006/main">
            <a:srgbClr val="F3F7FD"/>
          </a:solidFill>
          <a:ln xmlns:a="http://schemas.openxmlformats.org/drawingml/2006/main" w="9525">
            <a:solidFill>
              <a:srgbClr val="B9CEE5"/>
            </a:solidFill>
          </a:ln>
        </p:spPr>
      </p:sp>
      <p:sp>
        <p:nvSpPr>
          <p:cNvPr id="153" name="glyph-rect-152">
            <a:extLst xmlns:a="http://schemas.openxmlformats.org/drawingml/2006/main">
              <a:ext uri="{FF2B5EF4-FFF2-40B4-BE49-F238E27FC236}">
                <a16:creationId xmlns:a16="http://schemas.microsoft.com/office/drawing/2014/main" id="{F2F98F05-B77C-42DA-AD45-405F71828BEB}"/>
              </a:ext>
            </a:extLst>
          </p:cNvPr>
          <p:cNvSpPr>
            <a:spLocks xmlns:a="http://schemas.openxmlformats.org/drawingml/2006/main" noGrp="1"/>
          </p:cNvSpPr>
          <p:nvPr/>
        </p:nvSpPr>
        <p:spPr>
          <a:xfrm xmlns:a="http://schemas.openxmlformats.org/drawingml/2006/main">
            <a:off x="8582025" y="6353175"/>
            <a:ext cx="5524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B9CEE5"/>
            </a:solidFill>
          </a:ln>
        </p:spPr>
      </p:sp>
      <p:sp>
        <p:nvSpPr>
          <p:cNvPr id="154" name="path-153">
            <a:extLst xmlns:a="http://schemas.openxmlformats.org/drawingml/2006/main">
              <a:ext uri="{FF2B5EF4-FFF2-40B4-BE49-F238E27FC236}">
                <a16:creationId xmlns:a16="http://schemas.microsoft.com/office/drawing/2014/main" id="{FB36DE1C-B87D-4889-9437-3177B9E84C4F}"/>
              </a:ext>
            </a:extLst>
          </p:cNvPr>
          <p:cNvSpPr>
            <a:spLocks xmlns:a="http://schemas.openxmlformats.org/drawingml/2006/main" noGrp="1"/>
          </p:cNvSpPr>
          <p:nvPr/>
        </p:nvSpPr>
        <p:spPr>
          <a:xfrm xmlns:a="http://schemas.openxmlformats.org/drawingml/2006/main">
            <a:off x="8543925" y="6324600"/>
            <a:ext cx="552450" cy="647700"/>
          </a:xfrm>
          <a:custGeom xmlns:a="http://schemas.openxmlformats.org/drawingml/2006/main">
            <a:pathLst>
              <a:path w="552450" h="647700">
                <a:moveTo>
                  <a:pt x="0" y="0"/>
                </a:moveTo>
                <a:lnTo>
                  <a:pt x="428625" y="0"/>
                </a:lnTo>
                <a:lnTo>
                  <a:pt x="552450" y="123825"/>
                </a:lnTo>
                <a:lnTo>
                  <a:pt x="552450" y="647700"/>
                </a:lnTo>
                <a:lnTo>
                  <a:pt x="0" y="647700"/>
                </a:lnTo>
                <a:close/>
              </a:path>
            </a:pathLst>
          </a:custGeom>
          <a:solidFill xmlns:a="http://schemas.openxmlformats.org/drawingml/2006/main">
            <a:srgbClr val="FFFFFF"/>
          </a:solidFill>
          <a:ln xmlns:a="http://schemas.openxmlformats.org/drawingml/2006/main" w="15240">
            <a:solidFill>
              <a:srgbClr val="2166B0"/>
            </a:solidFill>
          </a:ln>
        </p:spPr>
      </p:sp>
      <p:sp>
        <p:nvSpPr>
          <p:cNvPr id="155" name="line-154">
            <a:extLst xmlns:a="http://schemas.openxmlformats.org/drawingml/2006/main">
              <a:ext uri="{FF2B5EF4-FFF2-40B4-BE49-F238E27FC236}">
                <a16:creationId xmlns:a16="http://schemas.microsoft.com/office/drawing/2014/main" id="{2628F6D6-C1CD-4B10-80C4-CBE7F9666495}"/>
              </a:ext>
            </a:extLst>
          </p:cNvPr>
          <p:cNvSpPr>
            <a:spLocks xmlns:a="http://schemas.openxmlformats.org/drawingml/2006/main" noGrp="1"/>
          </p:cNvSpPr>
          <p:nvPr/>
        </p:nvSpPr>
        <p:spPr>
          <a:xfrm xmlns:a="http://schemas.openxmlformats.org/drawingml/2006/main">
            <a:off x="8972550" y="6324600"/>
            <a:ext cx="0" cy="123825"/>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156" name="line-155">
            <a:extLst xmlns:a="http://schemas.openxmlformats.org/drawingml/2006/main">
              <a:ext uri="{FF2B5EF4-FFF2-40B4-BE49-F238E27FC236}">
                <a16:creationId xmlns:a16="http://schemas.microsoft.com/office/drawing/2014/main" id="{309B57EC-9659-437A-9361-95A7E32A6CD8}"/>
              </a:ext>
            </a:extLst>
          </p:cNvPr>
          <p:cNvSpPr>
            <a:spLocks xmlns:a="http://schemas.openxmlformats.org/drawingml/2006/main" noGrp="1"/>
          </p:cNvSpPr>
          <p:nvPr/>
        </p:nvSpPr>
        <p:spPr>
          <a:xfrm xmlns:a="http://schemas.openxmlformats.org/drawingml/2006/main">
            <a:off x="8972550" y="6448425"/>
            <a:ext cx="123825" cy="0"/>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157" name="line-156">
            <a:extLst xmlns:a="http://schemas.openxmlformats.org/drawingml/2006/main">
              <a:ext uri="{FF2B5EF4-FFF2-40B4-BE49-F238E27FC236}">
                <a16:creationId xmlns:a16="http://schemas.microsoft.com/office/drawing/2014/main" id="{DCC59409-85AB-4FAE-8FC9-91CBEEA98C2E}"/>
              </a:ext>
            </a:extLst>
          </p:cNvPr>
          <p:cNvSpPr>
            <a:spLocks xmlns:a="http://schemas.openxmlformats.org/drawingml/2006/main" noGrp="1"/>
          </p:cNvSpPr>
          <p:nvPr/>
        </p:nvSpPr>
        <p:spPr>
          <a:xfrm xmlns:a="http://schemas.openxmlformats.org/drawingml/2006/main">
            <a:off x="8639175" y="65341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58" name="line-157">
            <a:extLst xmlns:a="http://schemas.openxmlformats.org/drawingml/2006/main">
              <a:ext uri="{FF2B5EF4-FFF2-40B4-BE49-F238E27FC236}">
                <a16:creationId xmlns:a16="http://schemas.microsoft.com/office/drawing/2014/main" id="{34D70541-C354-43FD-9796-99F5E1D3783D}"/>
              </a:ext>
            </a:extLst>
          </p:cNvPr>
          <p:cNvSpPr>
            <a:spLocks xmlns:a="http://schemas.openxmlformats.org/drawingml/2006/main" noGrp="1"/>
          </p:cNvSpPr>
          <p:nvPr/>
        </p:nvSpPr>
        <p:spPr>
          <a:xfrm xmlns:a="http://schemas.openxmlformats.org/drawingml/2006/main">
            <a:off x="8639175" y="66484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59" name="line-158">
            <a:extLst xmlns:a="http://schemas.openxmlformats.org/drawingml/2006/main">
              <a:ext uri="{FF2B5EF4-FFF2-40B4-BE49-F238E27FC236}">
                <a16:creationId xmlns:a16="http://schemas.microsoft.com/office/drawing/2014/main" id="{825AA2FC-68D4-4E87-8E12-D1562A412200}"/>
              </a:ext>
            </a:extLst>
          </p:cNvPr>
          <p:cNvSpPr>
            <a:spLocks xmlns:a="http://schemas.openxmlformats.org/drawingml/2006/main" noGrp="1"/>
          </p:cNvSpPr>
          <p:nvPr/>
        </p:nvSpPr>
        <p:spPr>
          <a:xfrm xmlns:a="http://schemas.openxmlformats.org/drawingml/2006/main">
            <a:off x="8639175" y="67627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60" name="shape-159">
            <a:extLst xmlns:a="http://schemas.openxmlformats.org/drawingml/2006/main">
              <a:ext uri="{FF2B5EF4-FFF2-40B4-BE49-F238E27FC236}">
                <a16:creationId xmlns:a16="http://schemas.microsoft.com/office/drawing/2014/main" id="{E3635956-0E29-4614-AFD7-B993823136A4}"/>
              </a:ext>
            </a:extLst>
          </p:cNvPr>
          <p:cNvSpPr>
            <a:spLocks xmlns:a="http://schemas.openxmlformats.org/drawingml/2006/main" noGrp="1"/>
          </p:cNvSpPr>
          <p:nvPr/>
        </p:nvSpPr>
        <p:spPr>
          <a:xfrm xmlns:a="http://schemas.openxmlformats.org/drawingml/2006/main">
            <a:off x="6772275" y="691515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1" name="shape-160">
            <a:extLst xmlns:a="http://schemas.openxmlformats.org/drawingml/2006/main">
              <a:ext uri="{FF2B5EF4-FFF2-40B4-BE49-F238E27FC236}">
                <a16:creationId xmlns:a16="http://schemas.microsoft.com/office/drawing/2014/main" id="{FE38719F-335E-46FB-8687-806119A28018}"/>
              </a:ext>
            </a:extLst>
          </p:cNvPr>
          <p:cNvSpPr>
            <a:spLocks xmlns:a="http://schemas.openxmlformats.org/drawingml/2006/main" noGrp="1"/>
          </p:cNvSpPr>
          <p:nvPr/>
        </p:nvSpPr>
        <p:spPr>
          <a:xfrm xmlns:a="http://schemas.openxmlformats.org/drawingml/2006/main">
            <a:off x="7715250" y="691515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344" name=""/>
          <p:cNvCxnSpPr>
            <a:stCxn xmlns:a="http://schemas.openxmlformats.org/drawingml/2006/main" id="160" idx="3"/>
            <a:endCxn xmlns:a="http://schemas.openxmlformats.org/drawingml/2006/main" id="161" idx="1"/>
          </p:cNvCxnSpPr>
          <p:nvPr/>
        </p:nvCxnSpPr>
        <p:spPr>
          <a:xfrm xmlns:a="http://schemas.openxmlformats.org/drawingml/2006/main">
            <a:off x="6781800" y="6919913"/>
            <a:ext cx="933450" cy="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163" name="shape-162">
            <a:extLst xmlns:a="http://schemas.openxmlformats.org/drawingml/2006/main">
              <a:ext uri="{FF2B5EF4-FFF2-40B4-BE49-F238E27FC236}">
                <a16:creationId xmlns:a16="http://schemas.microsoft.com/office/drawing/2014/main" id="{9E9C4C7C-A970-4E27-A85F-E95A623DD542}"/>
              </a:ext>
            </a:extLst>
          </p:cNvPr>
          <p:cNvSpPr>
            <a:spLocks xmlns:a="http://schemas.openxmlformats.org/drawingml/2006/main" noGrp="1"/>
          </p:cNvSpPr>
          <p:nvPr/>
        </p:nvSpPr>
        <p:spPr>
          <a:xfrm xmlns:a="http://schemas.openxmlformats.org/drawingml/2006/main">
            <a:off x="7715250" y="691515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4" name="shape-163">
            <a:extLst xmlns:a="http://schemas.openxmlformats.org/drawingml/2006/main">
              <a:ext uri="{FF2B5EF4-FFF2-40B4-BE49-F238E27FC236}">
                <a16:creationId xmlns:a16="http://schemas.microsoft.com/office/drawing/2014/main" id="{00A0D0D6-0803-4C4D-B2B8-0717E8B4EBB4}"/>
              </a:ext>
            </a:extLst>
          </p:cNvPr>
          <p:cNvSpPr>
            <a:spLocks xmlns:a="http://schemas.openxmlformats.org/drawingml/2006/main" noGrp="1"/>
          </p:cNvSpPr>
          <p:nvPr/>
        </p:nvSpPr>
        <p:spPr>
          <a:xfrm xmlns:a="http://schemas.openxmlformats.org/drawingml/2006/main">
            <a:off x="7715250" y="66579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347" name=""/>
          <p:cNvCxnSpPr>
            <a:stCxn xmlns:a="http://schemas.openxmlformats.org/drawingml/2006/main" id="163" idx="0"/>
            <a:endCxn xmlns:a="http://schemas.openxmlformats.org/drawingml/2006/main" id="164" idx="2"/>
          </p:cNvCxnSpPr>
          <p:nvPr/>
        </p:nvCxnSpPr>
        <p:spPr>
          <a:xfrm xmlns:a="http://schemas.openxmlformats.org/drawingml/2006/main" flipV="1">
            <a:off x="7720013" y="6667500"/>
            <a:ext cx="0" cy="24765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166" name="shape-165">
            <a:extLst xmlns:a="http://schemas.openxmlformats.org/drawingml/2006/main">
              <a:ext uri="{FF2B5EF4-FFF2-40B4-BE49-F238E27FC236}">
                <a16:creationId xmlns:a16="http://schemas.microsoft.com/office/drawing/2014/main" id="{562B5F55-268E-41B9-AA4D-F4784FA23F50}"/>
              </a:ext>
            </a:extLst>
          </p:cNvPr>
          <p:cNvSpPr>
            <a:spLocks xmlns:a="http://schemas.openxmlformats.org/drawingml/2006/main" noGrp="1"/>
          </p:cNvSpPr>
          <p:nvPr/>
        </p:nvSpPr>
        <p:spPr>
          <a:xfrm xmlns:a="http://schemas.openxmlformats.org/drawingml/2006/main">
            <a:off x="7715250" y="66579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7" name="shape-166">
            <a:extLst xmlns:a="http://schemas.openxmlformats.org/drawingml/2006/main">
              <a:ext uri="{FF2B5EF4-FFF2-40B4-BE49-F238E27FC236}">
                <a16:creationId xmlns:a16="http://schemas.microsoft.com/office/drawing/2014/main" id="{1834806E-86C9-4A97-9555-256DF0F3F51A}"/>
              </a:ext>
            </a:extLst>
          </p:cNvPr>
          <p:cNvSpPr>
            <a:spLocks xmlns:a="http://schemas.openxmlformats.org/drawingml/2006/main" noGrp="1"/>
          </p:cNvSpPr>
          <p:nvPr/>
        </p:nvSpPr>
        <p:spPr>
          <a:xfrm xmlns:a="http://schemas.openxmlformats.org/drawingml/2006/main">
            <a:off x="8534400" y="66579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350" name=""/>
          <p:cNvCxnSpPr>
            <a:stCxn xmlns:a="http://schemas.openxmlformats.org/drawingml/2006/main" id="166" idx="3"/>
            <a:endCxn xmlns:a="http://schemas.openxmlformats.org/drawingml/2006/main" id="167" idx="1"/>
          </p:cNvCxnSpPr>
          <p:nvPr/>
        </p:nvCxnSpPr>
        <p:spPr>
          <a:xfrm xmlns:a="http://schemas.openxmlformats.org/drawingml/2006/main">
            <a:off x="7724775" y="6662738"/>
            <a:ext cx="8096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69" name="text-168">
            <a:extLst xmlns:a="http://schemas.openxmlformats.org/drawingml/2006/main">
              <a:ext uri="{FF2B5EF4-FFF2-40B4-BE49-F238E27FC236}">
                <a16:creationId xmlns:a16="http://schemas.microsoft.com/office/drawing/2014/main" id="{FAEC69AA-94D6-4F77-B065-5852D5B5CD8B}"/>
              </a:ext>
            </a:extLst>
          </p:cNvPr>
          <p:cNvSpPr>
            <a:spLocks xmlns:a="http://schemas.openxmlformats.org/drawingml/2006/main" noGrp="1"/>
          </p:cNvSpPr>
          <p:nvPr/>
        </p:nvSpPr>
        <p:spPr>
          <a:xfrm xmlns:a="http://schemas.openxmlformats.org/drawingml/2006/main">
            <a:off x="7677150" y="7134225"/>
            <a:ext cx="2428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正文与编码副本都计入</a:t>
            </a:r>
          </a:p>
          <a:p xmlns:a="http://schemas.openxmlformats.org/drawingml/2006/main">
            <a:pPr algn="ctr">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每个Run和实例的内存上限</a:t>
            </a:r>
          </a:p>
        </p:txBody>
      </p:sp>
      <p:sp>
        <p:nvSpPr>
          <p:cNvPr id="170" name="text-169">
            <a:extLst xmlns:a="http://schemas.openxmlformats.org/drawingml/2006/main">
              <a:ext uri="{FF2B5EF4-FFF2-40B4-BE49-F238E27FC236}">
                <a16:creationId xmlns:a16="http://schemas.microsoft.com/office/drawing/2014/main" id="{25A31637-1F49-4B5E-B7D9-B748F53BA4B4}"/>
              </a:ext>
            </a:extLst>
          </p:cNvPr>
          <p:cNvSpPr>
            <a:spLocks xmlns:a="http://schemas.openxmlformats.org/drawingml/2006/main" noGrp="1"/>
          </p:cNvSpPr>
          <p:nvPr/>
        </p:nvSpPr>
        <p:spPr>
          <a:xfrm xmlns:a="http://schemas.openxmlformats.org/drawingml/2006/main">
            <a:off x="10668000" y="2028825"/>
            <a:ext cx="40481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1">
                <a:solidFill>
                  <a:srgbClr val="2166B0"/>
                </a:solidFill>
                <a:latin typeface="Hiragino Sans GB"/>
                <a:ea typeface="Hiragino Sans GB"/>
                <a:cs typeface="Hiragino Sans GB"/>
              </a:defRPr>
            </a:pPr>
            <a:r>
              <a:rPr sz="1800" b="1">
                <a:solidFill>
                  <a:srgbClr val="2166B0"/>
                </a:solidFill>
                <a:latin typeface="Hiragino Sans GB"/>
                <a:ea typeface="Hiragino Sans GB"/>
                <a:cs typeface="Hiragino Sans GB"/>
              </a:rPr>
              <a:t>01  并发限制与普通流超时</a:t>
            </a:r>
          </a:p>
        </p:txBody>
      </p:sp>
      <p:sp>
        <p:nvSpPr>
          <p:cNvPr id="171" name="text-170">
            <a:extLst xmlns:a="http://schemas.openxmlformats.org/drawingml/2006/main">
              <a:ext uri="{FF2B5EF4-FFF2-40B4-BE49-F238E27FC236}">
                <a16:creationId xmlns:a16="http://schemas.microsoft.com/office/drawing/2014/main" id="{D94EF54E-E397-4836-963D-9797E2A9934D}"/>
              </a:ext>
            </a:extLst>
          </p:cNvPr>
          <p:cNvSpPr>
            <a:spLocks xmlns:a="http://schemas.openxmlformats.org/drawingml/2006/main" noGrp="1"/>
          </p:cNvSpPr>
          <p:nvPr/>
        </p:nvSpPr>
        <p:spPr>
          <a:xfrm xmlns:a="http://schemas.openxmlformats.org/drawingml/2006/main">
            <a:off x="10668000" y="2362200"/>
            <a:ext cx="4048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实例、单Agent分别限并发，满则拒绝。</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各阶段有超时，整次调用另设总时限。</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超时后停止等待，释放本地连接与名额。</a:t>
            </a:r>
          </a:p>
        </p:txBody>
      </p:sp>
      <p:sp>
        <p:nvSpPr>
          <p:cNvPr id="172" name="text-171">
            <a:extLst xmlns:a="http://schemas.openxmlformats.org/drawingml/2006/main">
              <a:ext uri="{FF2B5EF4-FFF2-40B4-BE49-F238E27FC236}">
                <a16:creationId xmlns:a16="http://schemas.microsoft.com/office/drawing/2014/main" id="{6CCF7341-E20A-4591-91F9-84BCA32B7EAD}"/>
              </a:ext>
            </a:extLst>
          </p:cNvPr>
          <p:cNvSpPr>
            <a:spLocks xmlns:a="http://schemas.openxmlformats.org/drawingml/2006/main" noGrp="1"/>
          </p:cNvSpPr>
          <p:nvPr/>
        </p:nvSpPr>
        <p:spPr>
          <a:xfrm xmlns:a="http://schemas.openxmlformats.org/drawingml/2006/main">
            <a:off x="10668000" y="3143250"/>
            <a:ext cx="40481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1">
                <a:solidFill>
                  <a:srgbClr val="2166B0"/>
                </a:solidFill>
                <a:latin typeface="Hiragino Sans GB"/>
                <a:ea typeface="Hiragino Sans GB"/>
                <a:cs typeface="Hiragino Sans GB"/>
              </a:defRPr>
            </a:pPr>
            <a:r>
              <a:rPr sz="1800" b="1">
                <a:solidFill>
                  <a:srgbClr val="2166B0"/>
                </a:solidFill>
                <a:latin typeface="Hiragino Sans GB"/>
                <a:ea typeface="Hiragino Sans GB"/>
                <a:cs typeface="Hiragino Sans GB"/>
              </a:rPr>
              <a:t>02  异步任务使用独立等待期限</a:t>
            </a:r>
          </a:p>
        </p:txBody>
      </p:sp>
      <p:sp>
        <p:nvSpPr>
          <p:cNvPr id="173" name="text-172">
            <a:extLst xmlns:a="http://schemas.openxmlformats.org/drawingml/2006/main">
              <a:ext uri="{FF2B5EF4-FFF2-40B4-BE49-F238E27FC236}">
                <a16:creationId xmlns:a16="http://schemas.microsoft.com/office/drawing/2014/main" id="{C4EF6C29-A9F0-467A-B520-63ACBFE81C35}"/>
              </a:ext>
            </a:extLst>
          </p:cNvPr>
          <p:cNvSpPr>
            <a:spLocks xmlns:a="http://schemas.openxmlformats.org/drawingml/2006/main" noGrp="1"/>
          </p:cNvSpPr>
          <p:nvPr/>
        </p:nvSpPr>
        <p:spPr>
          <a:xfrm xmlns:a="http://schemas.openxmlformats.org/drawingml/2006/main">
            <a:off x="10668000" y="3476625"/>
            <a:ext cx="404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标记返回前，按普通流的期限等待。</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收到标记后结束HTTP，后台继续运行。</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单次回调处理限时，按runId匹配。</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到期结束本地任务，远端状态另确认。</a:t>
            </a:r>
          </a:p>
        </p:txBody>
      </p:sp>
      <p:sp>
        <p:nvSpPr>
          <p:cNvPr id="174" name="text-173">
            <a:extLst xmlns:a="http://schemas.openxmlformats.org/drawingml/2006/main">
              <a:ext uri="{FF2B5EF4-FFF2-40B4-BE49-F238E27FC236}">
                <a16:creationId xmlns:a16="http://schemas.microsoft.com/office/drawing/2014/main" id="{34DFBD4F-980F-429A-98D7-DCF409DBEED5}"/>
              </a:ext>
            </a:extLst>
          </p:cNvPr>
          <p:cNvSpPr>
            <a:spLocks xmlns:a="http://schemas.openxmlformats.org/drawingml/2006/main" noGrp="1"/>
          </p:cNvSpPr>
          <p:nvPr/>
        </p:nvSpPr>
        <p:spPr>
          <a:xfrm xmlns:a="http://schemas.openxmlformats.org/drawingml/2006/main">
            <a:off x="10668000" y="4486275"/>
            <a:ext cx="40481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1">
                <a:solidFill>
                  <a:srgbClr val="2166B0"/>
                </a:solidFill>
                <a:latin typeface="Hiragino Sans GB"/>
                <a:ea typeface="Hiragino Sans GB"/>
                <a:cs typeface="Hiragino Sans GB"/>
              </a:defRPr>
            </a:pPr>
            <a:r>
              <a:rPr sz="1800" b="1">
                <a:solidFill>
                  <a:srgbClr val="2166B0"/>
                </a:solidFill>
                <a:latin typeface="Hiragino Sans GB"/>
                <a:ea typeface="Hiragino Sans GB"/>
                <a:cs typeface="Hiragino Sans GB"/>
              </a:rPr>
              <a:t>03  后台任务限量与取消超时</a:t>
            </a:r>
          </a:p>
        </p:txBody>
      </p:sp>
      <p:sp>
        <p:nvSpPr>
          <p:cNvPr id="175" name="text-174">
            <a:extLst xmlns:a="http://schemas.openxmlformats.org/drawingml/2006/main">
              <a:ext uri="{FF2B5EF4-FFF2-40B4-BE49-F238E27FC236}">
                <a16:creationId xmlns:a16="http://schemas.microsoft.com/office/drawing/2014/main" id="{7123B49D-AC80-49F6-A79A-A94FFA453474}"/>
              </a:ext>
            </a:extLst>
          </p:cNvPr>
          <p:cNvSpPr>
            <a:spLocks xmlns:a="http://schemas.openxmlformats.org/drawingml/2006/main" noGrp="1"/>
          </p:cNvSpPr>
          <p:nvPr/>
        </p:nvSpPr>
        <p:spPr>
          <a:xfrm xmlns:a="http://schemas.openxmlformats.org/drawingml/2006/main">
            <a:off x="10668000" y="4819650"/>
            <a:ext cx="4048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按用户、租户和Agent限制未完成任务数。</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达到上限，暂不发起新的后台任务。</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取消超时先查任务状态，不自动重跑。</a:t>
            </a:r>
          </a:p>
        </p:txBody>
      </p:sp>
      <p:sp>
        <p:nvSpPr>
          <p:cNvPr id="176" name="text-175">
            <a:extLst xmlns:a="http://schemas.openxmlformats.org/drawingml/2006/main">
              <a:ext uri="{FF2B5EF4-FFF2-40B4-BE49-F238E27FC236}">
                <a16:creationId xmlns:a16="http://schemas.microsoft.com/office/drawing/2014/main" id="{D9AB372E-817A-4069-AA84-F22EFD2D12F8}"/>
              </a:ext>
            </a:extLst>
          </p:cNvPr>
          <p:cNvSpPr>
            <a:spLocks xmlns:a="http://schemas.openxmlformats.org/drawingml/2006/main" noGrp="1"/>
          </p:cNvSpPr>
          <p:nvPr/>
        </p:nvSpPr>
        <p:spPr>
          <a:xfrm xmlns:a="http://schemas.openxmlformats.org/drawingml/2006/main">
            <a:off x="10668000" y="5600700"/>
            <a:ext cx="40481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1">
                <a:solidFill>
                  <a:srgbClr val="2166B0"/>
                </a:solidFill>
                <a:latin typeface="Hiragino Sans GB"/>
                <a:ea typeface="Hiragino Sans GB"/>
                <a:cs typeface="Hiragino Sans GB"/>
              </a:defRPr>
            </a:pPr>
            <a:r>
              <a:rPr sz="1800" b="1">
                <a:solidFill>
                  <a:srgbClr val="2166B0"/>
                </a:solidFill>
                <a:latin typeface="Hiragino Sans GB"/>
                <a:ea typeface="Hiragino Sans GB"/>
                <a:cs typeface="Hiragino Sans GB"/>
              </a:rPr>
              <a:t>04  限制处理量和内存增长</a:t>
            </a:r>
          </a:p>
        </p:txBody>
      </p:sp>
      <p:sp>
        <p:nvSpPr>
          <p:cNvPr id="177" name="text-176">
            <a:extLst xmlns:a="http://schemas.openxmlformats.org/drawingml/2006/main">
              <a:ext uri="{FF2B5EF4-FFF2-40B4-BE49-F238E27FC236}">
                <a16:creationId xmlns:a16="http://schemas.microsoft.com/office/drawing/2014/main" id="{26038464-3D80-478C-8E36-CFE1F6588737}"/>
              </a:ext>
            </a:extLst>
          </p:cNvPr>
          <p:cNvSpPr>
            <a:spLocks xmlns:a="http://schemas.openxmlformats.org/drawingml/2006/main" noGrp="1"/>
          </p:cNvSpPr>
          <p:nvPr/>
        </p:nvSpPr>
        <p:spPr>
          <a:xfrm xmlns:a="http://schemas.openxmlformats.org/drawingml/2006/main">
            <a:off x="10668000" y="5934075"/>
            <a:ext cx="4048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队列同时限制条数和字节数。</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最多P个任务同时处理，限制JSON层数。</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正文和编码副本都计入内存上限。</a:t>
            </a:r>
          </a:p>
        </p:txBody>
      </p:sp>
      <p:sp>
        <p:nvSpPr>
          <p:cNvPr id="178" name="text-177">
            <a:extLst xmlns:a="http://schemas.openxmlformats.org/drawingml/2006/main">
              <a:ext uri="{FF2B5EF4-FFF2-40B4-BE49-F238E27FC236}">
                <a16:creationId xmlns:a16="http://schemas.microsoft.com/office/drawing/2014/main" id="{919C4C14-2AA9-4A3A-88A4-D6AC5ACBF5AD}"/>
              </a:ext>
            </a:extLst>
          </p:cNvPr>
          <p:cNvSpPr>
            <a:spLocks xmlns:a="http://schemas.openxmlformats.org/drawingml/2006/main" noGrp="1"/>
          </p:cNvSpPr>
          <p:nvPr/>
        </p:nvSpPr>
        <p:spPr>
          <a:xfrm xmlns:a="http://schemas.openxmlformats.org/drawingml/2006/main">
            <a:off x="10668000" y="6715125"/>
            <a:ext cx="40481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1">
                <a:solidFill>
                  <a:srgbClr val="2166B0"/>
                </a:solidFill>
                <a:latin typeface="Hiragino Sans GB"/>
                <a:ea typeface="Hiragino Sans GB"/>
                <a:cs typeface="Hiragino Sans GB"/>
              </a:defRPr>
            </a:pPr>
            <a:r>
              <a:rPr sz="1800" b="1">
                <a:solidFill>
                  <a:srgbClr val="2166B0"/>
                </a:solidFill>
                <a:latin typeface="Hiragino Sans GB"/>
                <a:ea typeface="Hiragino Sans GB"/>
                <a:cs typeface="Hiragino Sans GB"/>
              </a:rPr>
              <a:t>05  积压先暂停，超限明确报错</a:t>
            </a:r>
          </a:p>
        </p:txBody>
      </p:sp>
      <p:sp>
        <p:nvSpPr>
          <p:cNvPr id="179" name="text-178">
            <a:extLst xmlns:a="http://schemas.openxmlformats.org/drawingml/2006/main">
              <a:ext uri="{FF2B5EF4-FFF2-40B4-BE49-F238E27FC236}">
                <a16:creationId xmlns:a16="http://schemas.microsoft.com/office/drawing/2014/main" id="{783C89AD-9F30-4C20-8FFC-FB4BB562864D}"/>
              </a:ext>
            </a:extLst>
          </p:cNvPr>
          <p:cNvSpPr>
            <a:spLocks xmlns:a="http://schemas.openxmlformats.org/drawingml/2006/main" noGrp="1"/>
          </p:cNvSpPr>
          <p:nvPr/>
        </p:nvSpPr>
        <p:spPr>
          <a:xfrm xmlns:a="http://schemas.openxmlformats.org/drawingml/2006/main">
            <a:off x="10668000" y="7048500"/>
            <a:ext cx="4048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队列接近上限时暂停接收，减少后恢复。</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超过上限或暂停太久，停止本次调用。</a:t>
            </a:r>
          </a:p>
          <a:p xmlns:a="http://schemas.openxmlformats.org/drawingml/2006/main">
            <a:pPr algn="l">
              <a:defRPr sz="1500" b="0">
                <a:solidFill>
                  <a:srgbClr val="2D4663"/>
                </a:solidFill>
                <a:latin typeface="Hiragino Sans GB"/>
                <a:ea typeface="Hiragino Sans GB"/>
                <a:cs typeface="Hiragino Sans GB"/>
              </a:defRPr>
            </a:pPr>
            <a:r>
              <a:rPr sz="1500" b="0">
                <a:solidFill>
                  <a:srgbClr val="2D4663"/>
                </a:solidFill>
                <a:latin typeface="Hiragino Sans GB"/>
                <a:ea typeface="Hiragino Sans GB"/>
                <a:cs typeface="Hiragino Sans GB"/>
              </a:rPr>
              <a:t>不丢帧、不截断后再向前端报告成功。</a:t>
            </a:r>
          </a:p>
        </p:txBody>
      </p:sp>
      <p:sp>
        <p:nvSpPr>
          <p:cNvPr id="180" name="line-179">
            <a:extLst xmlns:a="http://schemas.openxmlformats.org/drawingml/2006/main">
              <a:ext uri="{FF2B5EF4-FFF2-40B4-BE49-F238E27FC236}">
                <a16:creationId xmlns:a16="http://schemas.microsoft.com/office/drawing/2014/main" id="{46BCD39C-2C75-40AD-84F1-D49900BA0D7B}"/>
              </a:ext>
            </a:extLst>
          </p:cNvPr>
          <p:cNvSpPr>
            <a:spLocks xmlns:a="http://schemas.openxmlformats.org/drawingml/2006/main" noGrp="1"/>
          </p:cNvSpPr>
          <p:nvPr/>
        </p:nvSpPr>
        <p:spPr>
          <a:xfrm xmlns:a="http://schemas.openxmlformats.org/drawingml/2006/main">
            <a:off x="523875" y="7800975"/>
            <a:ext cx="14192250" cy="0"/>
          </a:xfrm>
          <a:prstGeom xmlns:a="http://schemas.openxmlformats.org/drawingml/2006/main" prst="line">
            <a:avLst/>
          </a:prstGeom>
          <a:noFill xmlns:a="http://schemas.openxmlformats.org/drawingml/2006/main"/>
          <a:ln xmlns:a="http://schemas.openxmlformats.org/drawingml/2006/main" w="14288">
            <a:solidFill>
              <a:srgbClr val="B9CEE5"/>
            </a:solidFill>
            <a:prstDash val="solid"/>
          </a:ln>
        </p:spPr>
      </p:sp>
      <p:sp>
        <p:nvSpPr>
          <p:cNvPr id="181" name="text-180">
            <a:extLst xmlns:a="http://schemas.openxmlformats.org/drawingml/2006/main">
              <a:ext uri="{FF2B5EF4-FFF2-40B4-BE49-F238E27FC236}">
                <a16:creationId xmlns:a16="http://schemas.microsoft.com/office/drawing/2014/main" id="{F0AA7ED8-EDF4-43F3-83AF-AF2EC6673839}"/>
              </a:ext>
            </a:extLst>
          </p:cNvPr>
          <p:cNvSpPr>
            <a:spLocks xmlns:a="http://schemas.openxmlformats.org/drawingml/2006/main" noGrp="1"/>
          </p:cNvSpPr>
          <p:nvPr/>
        </p:nvSpPr>
        <p:spPr>
          <a:xfrm xmlns:a="http://schemas.openxmlformats.org/drawingml/2006/main">
            <a:off x="533400" y="7877175"/>
            <a:ext cx="14182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163A63"/>
                </a:solidFill>
                <a:latin typeface="Hiragino Sans GB"/>
                <a:ea typeface="Hiragino Sans GB"/>
                <a:cs typeface="Hiragino Sans GB"/>
              </a:defRPr>
            </a:pPr>
            <a:r>
              <a:rPr sz="1500" b="0">
                <a:solidFill>
                  <a:srgbClr val="163A63"/>
                </a:solidFill>
                <a:latin typeface="Hiragino Sans GB"/>
                <a:ea typeface="Hiragino Sans GB"/>
                <a:cs typeface="Hiragino Sans GB"/>
              </a:rPr>
              <a:t>下游协议：三方确认数据限制、各段超时和后台任务期限并联测。符合约定却被误拒，由本方修复。</a:t>
            </a:r>
          </a:p>
        </p:txBody>
      </p:sp>
      <p:sp>
        <p:nvSpPr>
          <p:cNvPr id="182" name="text-181">
            <a:extLst xmlns:a="http://schemas.openxmlformats.org/drawingml/2006/main">
              <a:ext uri="{FF2B5EF4-FFF2-40B4-BE49-F238E27FC236}">
                <a16:creationId xmlns:a16="http://schemas.microsoft.com/office/drawing/2014/main" id="{2FEF3F19-26FC-4953-9949-9BAFFEC5AA5F}"/>
              </a:ext>
            </a:extLst>
          </p:cNvPr>
          <p:cNvSpPr>
            <a:spLocks xmlns:a="http://schemas.openxmlformats.org/drawingml/2006/main" noGrp="1"/>
          </p:cNvSpPr>
          <p:nvPr/>
        </p:nvSpPr>
        <p:spPr>
          <a:xfrm xmlns:a="http://schemas.openxmlformats.org/drawingml/2006/main">
            <a:off x="533400" y="8220075"/>
            <a:ext cx="1418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本页为加固设计。后台任务限量、远端查询与取消确认待补充。连接结束不代表任务停止。FULL / no-store规则不变。</a:t>
            </a:r>
          </a:p>
        </p:txBody>
      </p:sp>
    </p:spTree>
    <p:extLst>
      <p:ext uri="{BB962C8B-B14F-4D97-AF65-F5344CB8AC3E}">
        <p14:creationId xmlns:p14="http://schemas.microsoft.com/office/powerpoint/2010/main" val="1476799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2026-09-27T17:41:24.9090000Z</dcterms:created>
  <dcterms:modified xsi:type="dcterms:W3CDTF">2026-09-27T17:41:24.9090000Z</dcterms:modified>
</coreProperties>
</file>