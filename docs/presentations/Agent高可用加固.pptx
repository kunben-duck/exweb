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5c370ef6f404519" /><Relationship Type="http://schemas.openxmlformats.org/officeDocument/2006/relationships/extended-properties" Target="/docProps/app.xml" Id="Rdcc2da4321dd4f02" /><Relationship Type="http://schemas.openxmlformats.org/officeDocument/2006/relationships/officeDocument" Target="/ppt/presentation.xml" Id="R4cdb5eaee8bf459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78b52db91894bbd"/>
  </p:sldMasterIdLst>
  <p:notesMasterIdLst>
    <p:notesMasterId xmlns:r="http://schemas.openxmlformats.org/officeDocument/2006/relationships" r:id="R7210dc2ce38b4ff1"/>
  </p:notesMasterIdLst>
  <p:sldIdLst>
    <p:sldId xmlns:r="http://schemas.openxmlformats.org/officeDocument/2006/relationships" id="256" r:id="Rda3759d007bb4172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fdb99b7fae146e1" /><Relationship Type="http://schemas.openxmlformats.org/officeDocument/2006/relationships/slideMaster" Target="/ppt/slideMasters/slideMaster1.xml" Id="Ra78b52db91894bbd" /><Relationship Type="http://schemas.openxmlformats.org/officeDocument/2006/relationships/notesMaster" Target="/ppt/notesMasters/notesMaster1.xml" Id="R7210dc2ce38b4ff1" /><Relationship Type="http://schemas.openxmlformats.org/officeDocument/2006/relationships/presProps" Target="/ppt/presProps.xml" Id="R5e500b42244241fd" /><Relationship Type="http://schemas.openxmlformats.org/officeDocument/2006/relationships/tableStyles" Target="/ppt/tableStyles.xml" Id="Rcb82880584434ebb" /><Relationship Type="http://schemas.openxmlformats.org/officeDocument/2006/relationships/slide" Target="/ppt/slides/slide1.xml" Id="Rda3759d007bb417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d31a5e70d35434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d28f70e2dbe44cf" /><Relationship Type="http://schemas.openxmlformats.org/officeDocument/2006/relationships/notesMaster" Target="/ppt/notesMasters/notesMaster1.xml" Id="Rb44503010d33473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目标设计与实现说明</a:t>
            </a:r>
          </a:p>
          <a:p xmlns:a="http://schemas.openxmlformats.org/drawingml/2006/main">
            <a:r>
              <a:t>① 两级并发上限</a:t>
            </a:r>
          </a:p>
          <a:p xmlns:a="http://schemas.openxmlformats.org/drawingml/2006/main">
            <a:r>
              <a:t>实例：全部DomainAgent与Relay在途总数。</a:t>
            </a:r>
          </a:p>
          <a:p xmlns:a="http://schemas.openxmlformats.org/drawingml/2006/main">
            <a:r>
              <a:t>目标：按skillId或Relay分别统计在途数。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② 总期限与下游握手</a:t>
            </a:r>
          </a:p>
          <a:p xmlns:a="http://schemas.openxmlformats.org/drawingml/2006/main">
            <a:r>
              <a:t>受理起算总期限，逐阶段扣减预算。</a:t>
            </a:r>
          </a:p>
          <a:p xmlns:a="http://schemas.openxmlformats.org/drawingml/2006/main">
            <a:r>
              <a:t>三方签认响应契约，联测后按版本启用。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③ 协议互锁与受限解析</a:t>
            </a:r>
          </a:p>
          <a:p xmlns:a="http://schemas.openxmlformats.org/drawingml/2006/main">
            <a:r>
              <a:t>限帧、深度、JSON token及字段规模。</a:t>
            </a:r>
          </a:p>
          <a:p xmlns:a="http://schemas.openxmlformats.org/drawingml/2006/main">
            <a:r>
              <a:t>边读边验，超限失败，不截断报成功。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④ 背压与驻留内存双重约束</a:t>
            </a:r>
          </a:p>
          <a:p xmlns:a="http://schemas.openxmlformats.org/drawingml/2006/main">
            <a:r>
              <a:t>缓冲按条数/字节设限，高停低恢复。</a:t>
            </a:r>
          </a:p>
          <a:p xmlns:a="http://schemas.openxmlformats.org/drawingml/2006/main">
            <a:r>
              <a:t>任务只传引用，出队仍计驻留内存。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⑤ 任务并行数与排队数分别限制</a:t>
            </a:r>
          </a:p>
          <a:p xmlns:a="http://schemas.openxmlformats.org/drawingml/2006/main">
            <a:r>
              <a:t>P为执行任务数上限，Q为排队数上限。</a:t>
            </a:r>
          </a:p>
          <a:p xmlns:a="http://schemas.openxmlformats.org/drawingml/2006/main">
            <a:r>
              <a:t>同Run逐帧串行，不同Run可并行。</a:t>
            </a:r>
          </a:p>
          <a:p xmlns:a="http://schemas.openxmlformats.org/drawingml/2006/main">
            <a:r>
              <a:t>P/Q按任务计数，线程池大小另行配置。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⑥ 累计正文与复制峰值有界</a:t>
            </a:r>
          </a:p>
          <a:p xmlns:a="http://schemas.openxmlformats.org/drawingml/2006/main">
            <a:r>
              <a:t>正文/Parts及副本纳入实例字节预算。</a:t>
            </a:r>
          </a:p>
          <a:p xmlns:a="http://schemas.openxmlformats.org/drawingml/2006/main">
            <a:r>
              <a:t>扩容前预留，终态峰值与编码复用受控。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机制边界</a:t>
            </a:r>
          </a:p>
          <a:p xmlns:a="http://schemas.openxmlformats.org/drawingml/2006/main">
            <a:r>
              <a:t>本图中的ChatService内控制点是目标机制，不代表当前均已实现。当前skillId与DomainAgent一一对应，因此原下游限制与skill限制合为单目标并发上限。实例总并发上限约束本实例全部在途Agent调用数，单目标并发上限按domainagent:{最终skillId}或relay:{实际provider}选择；前端未传skillId时，意图命中技能使用最终skillId，意图异常/nomatch/默认转Relay使用Relay桶，不因空skillId绕过。在路由确定后、外呼前校验两项并发上限并联合预占计数；逻辑请求从受理起的前置鉴权/Intent阶段另受现有准入及专项资源预算保护，本图不为尚未确定的目标提前计入并发数。①的全部满足须在一个本机短临界区检查扣减，或按固定顺序非阻塞获取并立即回退，不持部分许可等待。集群并发上限按真实下游与最大重叠副本核算。当前源码AgentRuntimeExecutor.execute按绑定或默认runtime选择provider，protect将domain-agent归入DomainAgent池，其他provider（当前Relay）归入AgentRuntime池。两池默认各64，属于JVM局部限制，并非当前已具备实例总并发上限或按skillId分桶；源流doFinally归还也不证明远端已停止。Relay一次外层调用计一个许可，其内部MCP扇出须在Relay/agentService执行侧另行约束。本图仅展开ChatService到最终Runtime的外呼，未画Relay经agentService调用MCP的内部链路。②逻辑总期限从受理开始，包括①的等待和前置查询鉴权，各阶段取min(阶段上限,剩余)。首帧在实现中必须定义为首个有效业务事件，不以原始chunk/心跳替代。握手中请求ID在发送前固定，agentService转发真实DA接受事实。③输出契约互锁与受限解析：本次互锁是ChatService（SuperAgent）、agentService和领域DomainAgent三方共同签认、联测和灰度的目标设计，不代表当前已完成。领域Agent承诺输出符合规范，agentService保证转发完整性且不得无声明地改写或合并事件，ChatService按同一生效版本校验并保障约定内响应的处理能力。契约逐项约定：请求关联ID；每个逻辑业务帧的UTF-8字节上限及计量位置；JSON嵌套深度、JSON token总数（不是模型token）、字段名/字符串/数字长度、单对象字段数、单数组元素数与parts数量；事件和字节速率的时间窗、突发量；单Run累计输出；结束事件和取消确认。总量、帧与JSON结构限制互相独立，不能只约定最大帧大小。流程为签认契约及版本→合法边界/越界/历史样本联合验证→先观测再灰度强制→运行时确认能力与版本→按版本执行。新增确认可通过请求/响应元数据承载，需单独协议变更任务和旧版本兼容测试，不假设现有API已有该能力。未知版本或尚未签认时不自动启用新的严格业务阈值，也不放开现有资源硬保护；必要拒绝记为本地保护或契约未确认，不将其直接归为领域Agent违约。</a:t>
            </a:r>
          </a:p>
          <a:p xmlns:a="http://schemas.openxmlformats.org/drawingml/2006/main">
            <a:r>
              <a:t>实现上增量接收先控原始字节和组帧，JSON token解析过程中限制深度、总token、长度、数组元素和字段数量，不能先生成巨大对象树再计数；同一帧解析一次并复用结果。新增专用解析器并优先识别StreamConstraintsException，禁止被现有JsonProcessingException兼容分支转换成诊断后继续或原文正文。触发限制时明确失败、停止接收、有界取消并释放缓冲，已显示部分结果必须标未完成，不截断后标成功。单次成本超过令牌桶容量立即失败，不进入永远无法满足的等待。</a:t>
            </a:r>
          </a:p>
          <a:p xmlns:a="http://schemas.openxmlformats.org/drawingml/2006/main">
            <a:r>
              <a:t>责任分类须有证据：已确认响应符合生效契约，但被本地错误解析/误拒，属于SuperAgent兼容或实现问题；合法响应因实例容量保护被拒绝，属于本地容量/准入事件；领域输出超过已签认上限且有出站证据，属于领域Agent协议违约；agentService转发中改写、合帧或损坏导致越界，属于转发边界问题；网络截断或证据不足先标待定位。一次本地解析超限仅证明保护被触发，不能直接认定DomainAgent根因。全部用户可见失败继续计入端到端可用性，根因分类不能用于剔除失败。采集可信traceId、runId、skillId、上下游调用ID、契约版本与配置快照、失败阶段、限制维度、约定上限、实测值及转发前后摘要；日志脱敏限长，禁止为归因完整打印超大帧。</a:t>
            </a:r>
          </a:p>
          <a:p xmlns:a="http://schemas.openxmlformats.org/drawingml/2006/main">
            <a:r>
              <a:t>联合验收包含等于/低于/高于边界，合法深层JSON、大数组、超长字段、高频合法帧与混合慢库，旧版本及未知版本、转发改写、完整链路取消和资源回落，以及由单条用户失败定位具体跳点。协议内样本不能被误拒；协议外必须清晰失败；正常聊天与Stop不被拖累。</a:t>
            </a:r>
          </a:p>
          <a:p xmlns:a="http://schemas.openxmlformats.org/drawingml/2006/main">
            <a:r>
              <a:t>④队列计数与字节上限共同生效，出队转inflight不返还总驻留预算。两维均低于L才恢复，达到硬上限K或暂停期限则失败，不截断业务正文后报成功。⑤P表示同时执行解析/序列化处理任务的数量上限，Q表示本实例所有Run等待处理任务的合计上限；P与Q都不是Run数量、连接数或线程数。任务按一帧一个处理单元定义，A/B表示不同Run，数字是帧序号；图中A1/B1仅为说明，不表示P固定为2。每个Run同一时刻最多一个帧处理任务执行，保证A1完成后才能执行A2；不同Run可并行。每次处理完成后归还执行槽，Run等待下游时不持续占用任务执行槽。Q包含每Run内部队列和可执行等待队列，不能只统计ready队列而遗漏隐藏排队。按Run选择可执行任务，避免被某个Run的等待前序任务堵住所有Run。线程池大小、调度器和P的映射在实现阶段明确，不把逻辑执行槽等同某一线程。④持有受限帧数据，⑤任务尽量只传引用而非再次复制整帧，排队转执行仍计入Run与实例驻留字节预算。网络线程仅轻量接收交接，③定义的复杂度规则应用于⑤任务内的受限JSON解析与序列化，不能在网络线程先完整解析再排队。队满背压或明确拒绝，不允许CallerRuns把重任务退回网络线程。调用并发计数与处理任务P独立，处理一帧完成不代表Run或下游调用结束。⑥正文及Parts保留现有组装，Run与实例两级内存字节预算在追加与复制之前预留，终态构建峰值先预留，同字段值与同格式的固定编码才允许复用，日志采样限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当前源码与场景依据</a:t>
            </a:r>
          </a:p>
          <a:p xmlns:a="http://schemas.openxmlformats.org/drawingml/2006/main">
            <a:r>
              <a:t>/Users/uben/project/project/FinanceEXChatService/docs/architecture/high-availability/risks.md</a:t>
            </a:r>
          </a:p>
          <a:p xmlns:a="http://schemas.openxmlformats.org/drawingml/2006/main">
            <a:r>
              <a:t>/Users/uben/project/project/FinanceEXChatService/docs/architecture/high-availability/tests.md</a:t>
            </a:r>
          </a:p>
          <a:p xmlns:a="http://schemas.openxmlformats.org/drawingml/2006/main">
            <a:r>
              <a:t>/Users/uben/project/project/FinanceEXChatService/src/main/java/com/huawei/it/ex/one/application/service/runtime/WorkloadConcurrencyLimiter.java:23</a:t>
            </a:r>
          </a:p>
          <a:p xmlns:a="http://schemas.openxmlformats.org/drawingml/2006/main">
            <a:r>
              <a:t>/Users/uben/project/project/FinanceEXChatService/src/main/java/com/huawei/it/ex/one/application/service/runtime/AgentRuntimeExecutor.java:170</a:t>
            </a:r>
          </a:p>
          <a:p xmlns:a="http://schemas.openxmlformats.org/drawingml/2006/main">
            <a:r>
              <a:t>/Users/uben/project/project/FinanceEXChatService/src/main/java/com/huawei/it/ex/one/infrastructure/runtime/domainagent/ConfiguredDomainAgentClient.java:64</a:t>
            </a:r>
          </a:p>
          <a:p xmlns:a="http://schemas.openxmlformats.org/drawingml/2006/main">
            <a:r>
              <a:t>/Users/uben/project/project/FinanceEXChatService/src/main/java/com/huawei/it/ex/one/infrastructure/runtime/domainagent/DomainAgentResponseNormalizer.java:328</a:t>
            </a:r>
          </a:p>
          <a:p xmlns:a="http://schemas.openxmlformats.org/drawingml/2006/main">
            <a:r>
              <a:t>/Users/uben/project/project/FinanceEXChatService/src/main/java/com/huawei/it/ex/one/application/service/chat/AssistantAssembly.java:24</a:t>
            </a:r>
          </a:p>
          <a:p xmlns:a="http://schemas.openxmlformats.org/drawingml/2006/main">
            <a:r>
              <a:t>/Users/uben/project/project/FinanceEXChatService/src/main/java/com/huawei/it/ex/one/application/service/chat/ChatEventPipeline.java:76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容量与验收</a:t>
            </a:r>
          </a:p>
          <a:p xmlns:a="http://schemas.openxmlformats.org/drawingml/2006/main">
            <a:r>
              <a:t>数值需按实际部署规格、峰值流量、下游并发与速率约束及openGauss/Redis环境联合签认，未执行故障注入。图示中的服务器为应用服务，云API仅表示第三方而非跨Region，圆柱为共享DB，叠层为Redis。①至⑥是ChatService内部控制机制，并非独立服务。FULL事件提交DB后广播，no-store不新增正文持久化。Redis Pub/Sub不承担持久化恢复。观察连接许可、队列条数与驻留字节、解析任务执行数/全部等待数、堆/本地内存、GC、真实任务数及控制链路，不能只看请求返回了超时。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bf562ca7e04a2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ad3c35849a8461c" /><Relationship Type="http://schemas.openxmlformats.org/officeDocument/2006/relationships/slideLayout" Target="/ppt/slideLayouts/slideLayout1.xml" Id="Rc2de0b00798144f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2de0b00798144f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5c0a36ef284e4c" /><Relationship Type="http://schemas.openxmlformats.org/officeDocument/2006/relationships/notesSlide" Target="/ppt/notesSlides/notesSlide1.xml" Id="R320150783db641c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8" name="text-0">
            <a:extLst xmlns:a="http://schemas.openxmlformats.org/drawingml/2006/main">
              <a:ext uri="{FF2B5EF4-FFF2-40B4-BE49-F238E27FC236}">
                <a16:creationId xmlns:a16="http://schemas.microsoft.com/office/drawing/2014/main" id="{215CA341-395F-464F-86F4-FC4B42BC8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85750"/>
            <a:ext cx="14192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63A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163A63"/>
                </a:solidFill>
                <a:latin typeface="Hiragino Sans GB"/>
                <a:ea typeface="Hiragino Sans GB"/>
                <a:cs typeface="Hiragino Sans GB"/>
              </a:rPr>
              <a:t>下游Agent 高可用加固：调用隔离与流式资源治理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04D19C32-0084-4BA8-9213-752364FEC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81075"/>
            <a:ext cx="1409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2166B0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2166B0"/>
                </a:solidFill>
                <a:latin typeface="Hiragino Sans GB"/>
                <a:ea typeface="Hiragino Sans GB"/>
                <a:cs typeface="Hiragino Sans GB"/>
              </a:rPr>
              <a:t>ChatService、agentService与领域Agent共同确认响应规范，联测后按版本启用解析限制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3009A232-28D0-4763-BBFB-0478899A5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58115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3A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1">
                <a:solidFill>
                  <a:srgbClr val="163A63"/>
                </a:solidFill>
                <a:latin typeface="Hiragino Sans GB"/>
                <a:ea typeface="Hiragino Sans GB"/>
                <a:cs typeface="Hiragino Sans GB"/>
              </a:rPr>
              <a:t>方案设计图</a:t>
            </a:r>
          </a:p>
        </p:txBody>
      </p:sp>
      <p:sp>
        <p:nvSpPr>
          <p:cNvPr id="4" name="glyph-roundRect-3">
            <a:extLst xmlns:a="http://schemas.openxmlformats.org/drawingml/2006/main">
              <a:ext uri="{FF2B5EF4-FFF2-40B4-BE49-F238E27FC236}">
                <a16:creationId xmlns:a16="http://schemas.microsoft.com/office/drawing/2014/main" id="{BC1FE265-5ABE-4A4E-B320-8CA929237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657350"/>
            <a:ext cx="238125" cy="257175"/>
          </a:xfrm>
          <a:prstGeom xmlns:a="http://schemas.openxmlformats.org/drawingml/2006/main" prst="roundRect">
            <a:avLst>
              <a:gd name="adj" fmla="val 32000"/>
            </a:avLst>
          </a:prstGeom>
          <a:solidFill xmlns:a="http://schemas.openxmlformats.org/drawingml/2006/main">
            <a:srgbClr val="F3F7FD"/>
          </a:solidFill>
          <a:ln xmlns:a="http://schemas.openxmlformats.org/drawingml/2006/main" w="15240">
            <a:solidFill>
              <a:srgbClr val="163A63"/>
            </a:solidFill>
          </a:ln>
        </p:spPr>
      </p:sp>
      <p:sp>
        <p:nvSpPr>
          <p:cNvPr id="5" name="glyph-rect-4">
            <a:extLst xmlns:a="http://schemas.openxmlformats.org/drawingml/2006/main">
              <a:ext uri="{FF2B5EF4-FFF2-40B4-BE49-F238E27FC236}">
                <a16:creationId xmlns:a16="http://schemas.microsoft.com/office/drawing/2014/main" id="{E5A6A3A2-8605-45A1-9AD3-09CFA0E15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1693355"/>
            <a:ext cx="180975" cy="411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954">
            <a:solidFill>
              <a:srgbClr val="163A63"/>
            </a:solidFill>
          </a:ln>
        </p:spPr>
      </p:sp>
      <p:sp>
        <p:nvSpPr>
          <p:cNvPr id="6" name="glyph-ellipse-5">
            <a:extLst xmlns:a="http://schemas.openxmlformats.org/drawingml/2006/main">
              <a:ext uri="{FF2B5EF4-FFF2-40B4-BE49-F238E27FC236}">
                <a16:creationId xmlns:a16="http://schemas.microsoft.com/office/drawing/2014/main" id="{88CBF3D8-7013-443A-BC8C-66D6B08F1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1706213"/>
            <a:ext cx="13097" cy="130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166B0"/>
          </a:solidFill>
          <a:ln xmlns:a="http://schemas.openxmlformats.org/drawingml/2006/main" w="4763">
            <a:solidFill>
              <a:srgbClr val="2166B0"/>
            </a:solidFill>
          </a:ln>
        </p:spPr>
      </p:sp>
      <p:sp>
        <p:nvSpPr>
          <p:cNvPr id="7" name="line-6">
            <a:extLst xmlns:a="http://schemas.openxmlformats.org/drawingml/2006/main">
              <a:ext uri="{FF2B5EF4-FFF2-40B4-BE49-F238E27FC236}">
                <a16:creationId xmlns:a16="http://schemas.microsoft.com/office/drawing/2014/main" id="{9B7E957F-0579-4FA4-9442-DF9458A37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9394" y="1713929"/>
            <a:ext cx="7858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63A63"/>
            </a:solidFill>
            <a:prstDash val="solid"/>
          </a:ln>
        </p:spPr>
      </p:sp>
      <p:sp>
        <p:nvSpPr>
          <p:cNvPr id="8" name="glyph-rect-7">
            <a:extLst xmlns:a="http://schemas.openxmlformats.org/drawingml/2006/main">
              <a:ext uri="{FF2B5EF4-FFF2-40B4-BE49-F238E27FC236}">
                <a16:creationId xmlns:a16="http://schemas.microsoft.com/office/drawing/2014/main" id="{0D04E866-9725-4AE0-BC1F-6EBB0B332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1757648"/>
            <a:ext cx="180975" cy="411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954">
            <a:solidFill>
              <a:srgbClr val="163A63"/>
            </a:solidFill>
          </a:ln>
        </p:spPr>
      </p:sp>
      <p:sp>
        <p:nvSpPr>
          <p:cNvPr id="9" name="glyph-ellipse-8">
            <a:extLst xmlns:a="http://schemas.openxmlformats.org/drawingml/2006/main">
              <a:ext uri="{FF2B5EF4-FFF2-40B4-BE49-F238E27FC236}">
                <a16:creationId xmlns:a16="http://schemas.microsoft.com/office/drawing/2014/main" id="{E915B229-4241-47E3-B6E0-E76F2B288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1770507"/>
            <a:ext cx="13097" cy="130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166B0"/>
          </a:solidFill>
          <a:ln xmlns:a="http://schemas.openxmlformats.org/drawingml/2006/main" w="4763">
            <a:solidFill>
              <a:srgbClr val="2166B0"/>
            </a:solidFill>
          </a:ln>
        </p:spPr>
      </p:sp>
      <p:sp>
        <p:nvSpPr>
          <p:cNvPr id="10" name="line-9">
            <a:extLst xmlns:a="http://schemas.openxmlformats.org/drawingml/2006/main">
              <a:ext uri="{FF2B5EF4-FFF2-40B4-BE49-F238E27FC236}">
                <a16:creationId xmlns:a16="http://schemas.microsoft.com/office/drawing/2014/main" id="{59E8A276-8437-4EE1-9944-02B10025B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9394" y="1778222"/>
            <a:ext cx="7858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63A63"/>
            </a:solidFill>
            <a:prstDash val="solid"/>
          </a:ln>
        </p:spPr>
      </p:sp>
      <p:sp>
        <p:nvSpPr>
          <p:cNvPr id="11" name="glyph-rect-10">
            <a:extLst xmlns:a="http://schemas.openxmlformats.org/drawingml/2006/main">
              <a:ext uri="{FF2B5EF4-FFF2-40B4-BE49-F238E27FC236}">
                <a16:creationId xmlns:a16="http://schemas.microsoft.com/office/drawing/2014/main" id="{883AB8BC-7EBA-4A7D-B2D3-F01C76097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575" y="1821942"/>
            <a:ext cx="180975" cy="411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954">
            <a:solidFill>
              <a:srgbClr val="163A63"/>
            </a:solidFill>
          </a:ln>
        </p:spPr>
      </p:sp>
      <p:sp>
        <p:nvSpPr>
          <p:cNvPr id="12" name="glyph-ellipse-11">
            <a:extLst xmlns:a="http://schemas.openxmlformats.org/drawingml/2006/main">
              <a:ext uri="{FF2B5EF4-FFF2-40B4-BE49-F238E27FC236}">
                <a16:creationId xmlns:a16="http://schemas.microsoft.com/office/drawing/2014/main" id="{62A06E8A-990D-4466-A380-41808BAC0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1834801"/>
            <a:ext cx="13097" cy="1309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166B0"/>
          </a:solidFill>
          <a:ln xmlns:a="http://schemas.openxmlformats.org/drawingml/2006/main" w="4763">
            <a:solidFill>
              <a:srgbClr val="2166B0"/>
            </a:solidFill>
          </a:ln>
        </p:spPr>
      </p:sp>
      <p:sp>
        <p:nvSpPr>
          <p:cNvPr id="13" name="line-12">
            <a:extLst xmlns:a="http://schemas.openxmlformats.org/drawingml/2006/main">
              <a:ext uri="{FF2B5EF4-FFF2-40B4-BE49-F238E27FC236}">
                <a16:creationId xmlns:a16="http://schemas.microsoft.com/office/drawing/2014/main" id="{D3C1427D-316C-49C2-ADDB-8452250A0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9394" y="1842516"/>
            <a:ext cx="7858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63A63"/>
            </a:solidFill>
            <a:prstDash val="solid"/>
          </a:ln>
        </p:spPr>
      </p:sp>
      <p:sp>
        <p:nvSpPr>
          <p:cNvPr id="14" name="text-13">
            <a:extLst xmlns:a="http://schemas.openxmlformats.org/drawingml/2006/main">
              <a:ext uri="{FF2B5EF4-FFF2-40B4-BE49-F238E27FC236}">
                <a16:creationId xmlns:a16="http://schemas.microsoft.com/office/drawing/2014/main" id="{85CE9A70-1CBC-4C76-8F95-905B51080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1638300"/>
            <a:ext cx="9906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47D9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425" b="0">
                <a:solidFill>
                  <a:srgbClr val="647D99"/>
                </a:solidFill>
                <a:latin typeface="Hiragino Sans GB"/>
                <a:ea typeface="Hiragino Sans GB"/>
                <a:cs typeface="Hiragino Sans GB"/>
              </a:rPr>
              <a:t>应用服务</a:t>
            </a:r>
          </a:p>
        </p:txBody>
      </p:sp>
      <p:sp>
        <p:nvSpPr>
          <p:cNvPr id="15" name="glyph-cloud-14">
            <a:extLst xmlns:a="http://schemas.openxmlformats.org/drawingml/2006/main">
              <a:ext uri="{FF2B5EF4-FFF2-40B4-BE49-F238E27FC236}">
                <a16:creationId xmlns:a16="http://schemas.microsoft.com/office/drawing/2014/main" id="{58E63829-FAFE-4A9E-AB56-7A7C69DA2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1619250"/>
            <a:ext cx="400050" cy="295275"/>
          </a:xfrm>
          <a:prstGeom xmlns:a="http://schemas.openxmlformats.org/drawingml/2006/main" prst="cloud">
            <a:avLst/>
          </a:prstGeom>
          <a:solidFill xmlns:a="http://schemas.openxmlformats.org/drawingml/2006/main">
            <a:srgbClr val="EEF4FC"/>
          </a:solidFill>
          <a:ln xmlns:a="http://schemas.openxmlformats.org/drawingml/2006/main" w="16193">
            <a:solidFill>
              <a:srgbClr val="416FA8"/>
            </a:solidFill>
          </a:ln>
        </p:spPr>
      </p:sp>
      <p:sp>
        <p:nvSpPr>
          <p:cNvPr id="16" name="text-15">
            <a:extLst xmlns:a="http://schemas.openxmlformats.org/drawingml/2006/main">
              <a:ext uri="{FF2B5EF4-FFF2-40B4-BE49-F238E27FC236}">
                <a16:creationId xmlns:a16="http://schemas.microsoft.com/office/drawing/2014/main" id="{03985EF2-8790-418B-A938-79693A702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638300"/>
            <a:ext cx="1104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47D9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425" b="0">
                <a:solidFill>
                  <a:srgbClr val="647D99"/>
                </a:solidFill>
                <a:latin typeface="Hiragino Sans GB"/>
                <a:ea typeface="Hiragino Sans GB"/>
                <a:cs typeface="Hiragino Sans GB"/>
              </a:rPr>
              <a:t>第三方API</a:t>
            </a:r>
          </a:p>
        </p:txBody>
      </p:sp>
      <p:sp>
        <p:nvSpPr>
          <p:cNvPr id="17" name="glyph-can-16">
            <a:extLst xmlns:a="http://schemas.openxmlformats.org/drawingml/2006/main">
              <a:ext uri="{FF2B5EF4-FFF2-40B4-BE49-F238E27FC236}">
                <a16:creationId xmlns:a16="http://schemas.microsoft.com/office/drawing/2014/main" id="{A767F42D-8E6E-49F1-8CCC-A78A93E32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28775"/>
            <a:ext cx="257175" cy="276225"/>
          </a:xfrm>
          <a:prstGeom xmlns:a="http://schemas.openxmlformats.org/drawingml/2006/main" prst="can">
            <a:avLst/>
          </a:prstGeom>
          <a:solidFill xmlns:a="http://schemas.openxmlformats.org/drawingml/2006/main">
            <a:srgbClr val="EAF1FB"/>
          </a:solidFill>
          <a:ln xmlns:a="http://schemas.openxmlformats.org/drawingml/2006/main" w="16193">
            <a:solidFill>
              <a:srgbClr val="416FA8"/>
            </a:solidFill>
          </a:ln>
        </p:spPr>
      </p:sp>
      <p:sp>
        <p:nvSpPr>
          <p:cNvPr id="18" name="text-17">
            <a:extLst xmlns:a="http://schemas.openxmlformats.org/drawingml/2006/main">
              <a:ext uri="{FF2B5EF4-FFF2-40B4-BE49-F238E27FC236}">
                <a16:creationId xmlns:a16="http://schemas.microsoft.com/office/drawing/2014/main" id="{34545ACB-46E2-42AA-9CC9-AEE0EA325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638300"/>
            <a:ext cx="904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47D9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425" b="0">
                <a:solidFill>
                  <a:srgbClr val="647D99"/>
                </a:solidFill>
                <a:latin typeface="Hiragino Sans GB"/>
                <a:ea typeface="Hiragino Sans GB"/>
                <a:cs typeface="Hiragino Sans GB"/>
              </a:rPr>
              <a:t>数据库</a:t>
            </a:r>
          </a:p>
        </p:txBody>
      </p:sp>
      <p:sp>
        <p:nvSpPr>
          <p:cNvPr id="19" name="path-18">
            <a:extLst xmlns:a="http://schemas.openxmlformats.org/drawingml/2006/main">
              <a:ext uri="{FF2B5EF4-FFF2-40B4-BE49-F238E27FC236}">
                <a16:creationId xmlns:a16="http://schemas.microsoft.com/office/drawing/2014/main" id="{94264FBD-7E9D-4D7C-802A-147A9D156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1756791"/>
            <a:ext cx="342900" cy="118872"/>
          </a:xfrm>
          <a:custGeom xmlns:a="http://schemas.openxmlformats.org/drawingml/2006/main">
            <a:pathLst>
              <a:path w="342900" h="118872">
                <a:moveTo>
                  <a:pt x="171450" y="0"/>
                </a:moveTo>
                <a:lnTo>
                  <a:pt x="342900" y="59436"/>
                </a:lnTo>
                <a:lnTo>
                  <a:pt x="171450" y="118872"/>
                </a:lnTo>
                <a:lnTo>
                  <a:pt x="0" y="59436"/>
                </a:lnTo>
                <a:close/>
              </a:path>
            </a:pathLst>
          </a:custGeom>
          <a:solidFill xmlns:a="http://schemas.openxmlformats.org/drawingml/2006/main">
            <a:srgbClr val="E8F0FE"/>
          </a:solidFill>
          <a:ln xmlns:a="http://schemas.openxmlformats.org/drawingml/2006/main" w="14288">
            <a:solidFill>
              <a:srgbClr val="376AAF"/>
            </a:solidFill>
          </a:ln>
        </p:spPr>
      </p:sp>
      <p:sp>
        <p:nvSpPr>
          <p:cNvPr id="20" name="path-19">
            <a:extLst xmlns:a="http://schemas.openxmlformats.org/drawingml/2006/main">
              <a:ext uri="{FF2B5EF4-FFF2-40B4-BE49-F238E27FC236}">
                <a16:creationId xmlns:a16="http://schemas.microsoft.com/office/drawing/2014/main" id="{B3E56AD2-0937-4AD4-9065-FEC6415CB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1702308"/>
            <a:ext cx="342900" cy="118872"/>
          </a:xfrm>
          <a:custGeom xmlns:a="http://schemas.openxmlformats.org/drawingml/2006/main">
            <a:pathLst>
              <a:path w="342900" h="118872">
                <a:moveTo>
                  <a:pt x="171450" y="0"/>
                </a:moveTo>
                <a:lnTo>
                  <a:pt x="342900" y="59436"/>
                </a:lnTo>
                <a:lnTo>
                  <a:pt x="171450" y="118872"/>
                </a:lnTo>
                <a:lnTo>
                  <a:pt x="0" y="59436"/>
                </a:lnTo>
                <a:close/>
              </a:path>
            </a:pathLst>
          </a:custGeom>
          <a:solidFill xmlns:a="http://schemas.openxmlformats.org/drawingml/2006/main">
            <a:srgbClr val="E8F0FE"/>
          </a:solidFill>
          <a:ln xmlns:a="http://schemas.openxmlformats.org/drawingml/2006/main" w="14288">
            <a:solidFill>
              <a:srgbClr val="376AAF"/>
            </a:solidFill>
          </a:ln>
        </p:spPr>
      </p:sp>
      <p:sp>
        <p:nvSpPr>
          <p:cNvPr id="21" name="path-20">
            <a:extLst xmlns:a="http://schemas.openxmlformats.org/drawingml/2006/main">
              <a:ext uri="{FF2B5EF4-FFF2-40B4-BE49-F238E27FC236}">
                <a16:creationId xmlns:a16="http://schemas.microsoft.com/office/drawing/2014/main" id="{F28D4BDD-AD48-4D26-B30C-0F80DC009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1647825"/>
            <a:ext cx="342900" cy="118872"/>
          </a:xfrm>
          <a:custGeom xmlns:a="http://schemas.openxmlformats.org/drawingml/2006/main">
            <a:pathLst>
              <a:path w="342900" h="118872">
                <a:moveTo>
                  <a:pt x="171450" y="0"/>
                </a:moveTo>
                <a:lnTo>
                  <a:pt x="342900" y="59436"/>
                </a:lnTo>
                <a:lnTo>
                  <a:pt x="171450" y="118872"/>
                </a:lnTo>
                <a:lnTo>
                  <a:pt x="0" y="59436"/>
                </a:lnTo>
                <a:close/>
              </a:path>
            </a:pathLst>
          </a:custGeom>
          <a:solidFill xmlns:a="http://schemas.openxmlformats.org/drawingml/2006/main">
            <a:srgbClr val="E8F0FE"/>
          </a:solidFill>
          <a:ln xmlns:a="http://schemas.openxmlformats.org/drawingml/2006/main" w="14288">
            <a:solidFill>
              <a:srgbClr val="376AAF"/>
            </a:solidFill>
          </a:ln>
        </p:spPr>
      </p:sp>
      <p:sp>
        <p:nvSpPr>
          <p:cNvPr id="22" name="text-21">
            <a:extLst xmlns:a="http://schemas.openxmlformats.org/drawingml/2006/main">
              <a:ext uri="{FF2B5EF4-FFF2-40B4-BE49-F238E27FC236}">
                <a16:creationId xmlns:a16="http://schemas.microsoft.com/office/drawing/2014/main" id="{4A6A1DF9-C38F-4F04-AFFD-DAFD8FCC9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1638300"/>
            <a:ext cx="7143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47D9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425" b="0">
                <a:solidFill>
                  <a:srgbClr val="647D99"/>
                </a:solidFill>
                <a:latin typeface="Hiragino Sans GB"/>
                <a:ea typeface="Hiragino Sans GB"/>
                <a:cs typeface="Hiragino Sans GB"/>
              </a:rPr>
              <a:t>Redis</a:t>
            </a:r>
          </a:p>
        </p:txBody>
      </p:sp>
      <p:sp>
        <p:nvSpPr>
          <p:cNvPr id="23" name="shape-22">
            <a:extLst xmlns:a="http://schemas.openxmlformats.org/drawingml/2006/main">
              <a:ext uri="{FF2B5EF4-FFF2-40B4-BE49-F238E27FC236}">
                <a16:creationId xmlns:a16="http://schemas.microsoft.com/office/drawing/2014/main" id="{2F93B476-43F7-4897-92BF-1854AFDF8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1657350"/>
            <a:ext cx="3143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D"/>
          </a:solidFill>
          <a:ln xmlns:a="http://schemas.openxmlformats.org/drawingml/2006/main" w="11906">
            <a:solidFill>
              <a:srgbClr val="2166B0"/>
            </a:solidFill>
          </a:ln>
        </p:spPr>
      </p:sp>
      <p:sp>
        <p:nvSpPr>
          <p:cNvPr id="24" name="shape-23">
            <a:extLst xmlns:a="http://schemas.openxmlformats.org/drawingml/2006/main">
              <a:ext uri="{FF2B5EF4-FFF2-40B4-BE49-F238E27FC236}">
                <a16:creationId xmlns:a16="http://schemas.microsoft.com/office/drawing/2014/main" id="{C1C1EE2D-944A-4D28-8122-4C3F2AF0C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1752600"/>
            <a:ext cx="3143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D"/>
          </a:solidFill>
          <a:ln xmlns:a="http://schemas.openxmlformats.org/drawingml/2006/main" w="11906">
            <a:solidFill>
              <a:srgbClr val="2166B0"/>
            </a:solidFill>
          </a:ln>
        </p:spPr>
      </p:sp>
      <p:sp>
        <p:nvSpPr>
          <p:cNvPr id="25" name="shape-24">
            <a:extLst xmlns:a="http://schemas.openxmlformats.org/drawingml/2006/main">
              <a:ext uri="{FF2B5EF4-FFF2-40B4-BE49-F238E27FC236}">
                <a16:creationId xmlns:a16="http://schemas.microsoft.com/office/drawing/2014/main" id="{0A988779-1AF4-4726-AE82-A32D78A61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1847850"/>
            <a:ext cx="3143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D"/>
          </a:solidFill>
          <a:ln xmlns:a="http://schemas.openxmlformats.org/drawingml/2006/main" w="11906">
            <a:solidFill>
              <a:srgbClr val="2166B0"/>
            </a:solidFill>
          </a:ln>
        </p:spPr>
      </p:sp>
      <p:sp>
        <p:nvSpPr>
          <p:cNvPr id="26" name="text-25">
            <a:extLst xmlns:a="http://schemas.openxmlformats.org/drawingml/2006/main">
              <a:ext uri="{FF2B5EF4-FFF2-40B4-BE49-F238E27FC236}">
                <a16:creationId xmlns:a16="http://schemas.microsoft.com/office/drawing/2014/main" id="{EB9CBE04-43EF-4A5C-A643-E439E190B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638300"/>
            <a:ext cx="8096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47D9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425" b="0">
                <a:solidFill>
                  <a:srgbClr val="647D99"/>
                </a:solidFill>
                <a:latin typeface="Hiragino Sans GB"/>
                <a:ea typeface="Hiragino Sans GB"/>
                <a:cs typeface="Hiragino Sans GB"/>
              </a:rPr>
              <a:t>执行槽</a:t>
            </a:r>
          </a:p>
        </p:txBody>
      </p:sp>
      <p:sp>
        <p:nvSpPr>
          <p:cNvPr id="27" name="text-26">
            <a:extLst xmlns:a="http://schemas.openxmlformats.org/drawingml/2006/main">
              <a:ext uri="{FF2B5EF4-FFF2-40B4-BE49-F238E27FC236}">
                <a16:creationId xmlns:a16="http://schemas.microsoft.com/office/drawing/2014/main" id="{3B66F419-E710-4734-9FFE-487B9A7BC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581150"/>
            <a:ext cx="428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3A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1">
                <a:solidFill>
                  <a:srgbClr val="163A63"/>
                </a:solidFill>
                <a:latin typeface="Hiragino Sans GB"/>
                <a:ea typeface="Hiragino Sans GB"/>
                <a:cs typeface="Hiragino Sans GB"/>
              </a:rPr>
              <a:t>关键设计与实现</a:t>
            </a:r>
          </a:p>
        </p:txBody>
      </p:sp>
      <p:sp>
        <p:nvSpPr>
          <p:cNvPr id="28" name="shape-27">
            <a:extLst xmlns:a="http://schemas.openxmlformats.org/drawingml/2006/main">
              <a:ext uri="{FF2B5EF4-FFF2-40B4-BE49-F238E27FC236}">
                <a16:creationId xmlns:a16="http://schemas.microsoft.com/office/drawing/2014/main" id="{E0C1E963-2E6F-4D19-97D9-FC1F5A4F1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1600200"/>
            <a:ext cx="9525" cy="6019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CEE5"/>
          </a:solidFill>
          <a:ln xmlns:a="http://schemas.openxmlformats.org/drawingml/2006/main" w="11906">
            <a:solidFill>
              <a:srgbClr val="B9CEE5"/>
            </a:solidFill>
          </a:ln>
        </p:spPr>
      </p:sp>
      <p:sp>
        <p:nvSpPr>
          <p:cNvPr id="29" name="glyph-roundRect-28">
            <a:extLst xmlns:a="http://schemas.openxmlformats.org/drawingml/2006/main">
              <a:ext uri="{FF2B5EF4-FFF2-40B4-BE49-F238E27FC236}">
                <a16:creationId xmlns:a16="http://schemas.microsoft.com/office/drawing/2014/main" id="{610BAEFF-3DFC-4AFF-92DA-FCD692915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47875"/>
            <a:ext cx="276225" cy="323850"/>
          </a:xfrm>
          <a:prstGeom xmlns:a="http://schemas.openxmlformats.org/drawingml/2006/main" prst="roundRect">
            <a:avLst>
              <a:gd name="adj" fmla="val 27586"/>
            </a:avLst>
          </a:prstGeom>
          <a:solidFill xmlns:a="http://schemas.openxmlformats.org/drawingml/2006/main">
            <a:srgbClr val="F3F7FD"/>
          </a:solidFill>
          <a:ln xmlns:a="http://schemas.openxmlformats.org/drawingml/2006/main" w="15240">
            <a:solidFill>
              <a:srgbClr val="163A63"/>
            </a:solidFill>
          </a:ln>
        </p:spPr>
      </p:sp>
      <p:sp>
        <p:nvSpPr>
          <p:cNvPr id="30" name="glyph-rect-29">
            <a:extLst xmlns:a="http://schemas.openxmlformats.org/drawingml/2006/main">
              <a:ext uri="{FF2B5EF4-FFF2-40B4-BE49-F238E27FC236}">
                <a16:creationId xmlns:a16="http://schemas.microsoft.com/office/drawing/2014/main" id="{1BB783EE-D58C-46DB-B059-EC1D884F6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022" y="2093214"/>
            <a:ext cx="209931" cy="518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954">
            <a:solidFill>
              <a:srgbClr val="163A63"/>
            </a:solidFill>
          </a:ln>
        </p:spPr>
      </p:sp>
      <p:sp>
        <p:nvSpPr>
          <p:cNvPr id="31" name="glyph-ellipse-30">
            <a:extLst xmlns:a="http://schemas.openxmlformats.org/drawingml/2006/main">
              <a:ext uri="{FF2B5EF4-FFF2-40B4-BE49-F238E27FC236}">
                <a16:creationId xmlns:a16="http://schemas.microsoft.com/office/drawing/2014/main" id="{E31B56AB-ABCA-44FC-BE22-FF0E50DE5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" y="2109407"/>
            <a:ext cx="15192" cy="1519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166B0"/>
          </a:solidFill>
          <a:ln xmlns:a="http://schemas.openxmlformats.org/drawingml/2006/main" w="4763">
            <a:solidFill>
              <a:srgbClr val="2166B0"/>
            </a:solidFill>
          </a:ln>
        </p:spPr>
      </p:sp>
      <p:sp>
        <p:nvSpPr>
          <p:cNvPr id="32" name="line-31">
            <a:extLst xmlns:a="http://schemas.openxmlformats.org/drawingml/2006/main">
              <a:ext uri="{FF2B5EF4-FFF2-40B4-BE49-F238E27FC236}">
                <a16:creationId xmlns:a16="http://schemas.microsoft.com/office/drawing/2014/main" id="{0C1F01B0-70B3-48D7-92B6-E950F675C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52" y="2119122"/>
            <a:ext cx="9115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63A63"/>
            </a:solidFill>
            <a:prstDash val="solid"/>
          </a:ln>
        </p:spPr>
      </p:sp>
      <p:sp>
        <p:nvSpPr>
          <p:cNvPr id="33" name="glyph-rect-32">
            <a:extLst xmlns:a="http://schemas.openxmlformats.org/drawingml/2006/main">
              <a:ext uri="{FF2B5EF4-FFF2-40B4-BE49-F238E27FC236}">
                <a16:creationId xmlns:a16="http://schemas.microsoft.com/office/drawing/2014/main" id="{3CA74429-8BAA-4987-AD56-25BEF2C58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022" y="2174177"/>
            <a:ext cx="209931" cy="518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954">
            <a:solidFill>
              <a:srgbClr val="163A63"/>
            </a:solidFill>
          </a:ln>
        </p:spPr>
      </p:sp>
      <p:sp>
        <p:nvSpPr>
          <p:cNvPr id="34" name="glyph-ellipse-33">
            <a:extLst xmlns:a="http://schemas.openxmlformats.org/drawingml/2006/main">
              <a:ext uri="{FF2B5EF4-FFF2-40B4-BE49-F238E27FC236}">
                <a16:creationId xmlns:a16="http://schemas.microsoft.com/office/drawing/2014/main" id="{14C94B3A-EEF7-4F80-AA32-6605311D4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" y="2190369"/>
            <a:ext cx="15192" cy="1519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166B0"/>
          </a:solidFill>
          <a:ln xmlns:a="http://schemas.openxmlformats.org/drawingml/2006/main" w="4763">
            <a:solidFill>
              <a:srgbClr val="2166B0"/>
            </a:solidFill>
          </a:ln>
        </p:spPr>
      </p:sp>
      <p:sp>
        <p:nvSpPr>
          <p:cNvPr id="35" name="line-34">
            <a:extLst xmlns:a="http://schemas.openxmlformats.org/drawingml/2006/main">
              <a:ext uri="{FF2B5EF4-FFF2-40B4-BE49-F238E27FC236}">
                <a16:creationId xmlns:a16="http://schemas.microsoft.com/office/drawing/2014/main" id="{C9A4A85C-761B-431A-98C3-6D1DB5A05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52" y="2200085"/>
            <a:ext cx="9115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63A63"/>
            </a:solidFill>
            <a:prstDash val="solid"/>
          </a:ln>
        </p:spPr>
      </p:sp>
      <p:sp>
        <p:nvSpPr>
          <p:cNvPr id="36" name="glyph-rect-35">
            <a:extLst xmlns:a="http://schemas.openxmlformats.org/drawingml/2006/main">
              <a:ext uri="{FF2B5EF4-FFF2-40B4-BE49-F238E27FC236}">
                <a16:creationId xmlns:a16="http://schemas.microsoft.com/office/drawing/2014/main" id="{533A4B95-B671-4CE4-8E00-45CE676DD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022" y="2255139"/>
            <a:ext cx="209931" cy="518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954">
            <a:solidFill>
              <a:srgbClr val="163A63"/>
            </a:solidFill>
          </a:ln>
        </p:spPr>
      </p:sp>
      <p:sp>
        <p:nvSpPr>
          <p:cNvPr id="37" name="glyph-ellipse-36">
            <a:extLst xmlns:a="http://schemas.openxmlformats.org/drawingml/2006/main">
              <a:ext uri="{FF2B5EF4-FFF2-40B4-BE49-F238E27FC236}">
                <a16:creationId xmlns:a16="http://schemas.microsoft.com/office/drawing/2014/main" id="{F6038545-D980-4F7E-AD07-04A6F09ED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" y="2271332"/>
            <a:ext cx="15192" cy="1519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166B0"/>
          </a:solidFill>
          <a:ln xmlns:a="http://schemas.openxmlformats.org/drawingml/2006/main" w="4763">
            <a:solidFill>
              <a:srgbClr val="2166B0"/>
            </a:solidFill>
          </a:ln>
        </p:spPr>
      </p:sp>
      <p:sp>
        <p:nvSpPr>
          <p:cNvPr id="38" name="line-37">
            <a:extLst xmlns:a="http://schemas.openxmlformats.org/drawingml/2006/main">
              <a:ext uri="{FF2B5EF4-FFF2-40B4-BE49-F238E27FC236}">
                <a16:creationId xmlns:a16="http://schemas.microsoft.com/office/drawing/2014/main" id="{2A8A40F2-5EA0-4CB9-A911-FD96665A6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52" y="2281047"/>
            <a:ext cx="9115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63A63"/>
            </a:solidFill>
            <a:prstDash val="solid"/>
          </a:ln>
        </p:spPr>
      </p:sp>
      <p:sp>
        <p:nvSpPr>
          <p:cNvPr id="39" name="text-38">
            <a:extLst xmlns:a="http://schemas.openxmlformats.org/drawingml/2006/main">
              <a:ext uri="{FF2B5EF4-FFF2-40B4-BE49-F238E27FC236}">
                <a16:creationId xmlns:a16="http://schemas.microsoft.com/office/drawing/2014/main" id="{9A023105-B2ED-46E2-9671-389A64E41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28825"/>
            <a:ext cx="27717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166B0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1">
                <a:solidFill>
                  <a:srgbClr val="2166B0"/>
                </a:solidFill>
                <a:latin typeface="Hiragino Sans GB"/>
                <a:ea typeface="Hiragino Sans GB"/>
                <a:cs typeface="Hiragino Sans GB"/>
              </a:rPr>
              <a:t>① ChatService 并发控制</a:t>
            </a:r>
          </a:p>
        </p:txBody>
      </p:sp>
      <p:sp>
        <p:nvSpPr>
          <p:cNvPr id="40" name="text-39">
            <a:extLst xmlns:a="http://schemas.openxmlformats.org/drawingml/2006/main">
              <a:ext uri="{FF2B5EF4-FFF2-40B4-BE49-F238E27FC236}">
                <a16:creationId xmlns:a16="http://schemas.microsoft.com/office/drawing/2014/main" id="{AE8CFA16-FC82-4BAE-A314-D69DAD85B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05075"/>
            <a:ext cx="16478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3A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1">
                <a:solidFill>
                  <a:srgbClr val="163A63"/>
                </a:solidFill>
                <a:latin typeface="Hiragino Sans GB"/>
                <a:ea typeface="Hiragino Sans GB"/>
                <a:cs typeface="Hiragino Sans GB"/>
              </a:rPr>
              <a:t>实例总并发上限</a:t>
            </a:r>
          </a:p>
        </p:txBody>
      </p:sp>
      <p:sp>
        <p:nvSpPr>
          <p:cNvPr id="41" name="shape-40">
            <a:extLst xmlns:a="http://schemas.openxmlformats.org/drawingml/2006/main">
              <a:ext uri="{FF2B5EF4-FFF2-40B4-BE49-F238E27FC236}">
                <a16:creationId xmlns:a16="http://schemas.microsoft.com/office/drawing/2014/main" id="{061E9EB6-EB5D-408A-840F-6FF103738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71775"/>
            <a:ext cx="134302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D"/>
          </a:solidFill>
          <a:ln xmlns:a="http://schemas.openxmlformats.org/drawingml/2006/main" w="11906">
            <a:solidFill>
              <a:srgbClr val="B9CEE5"/>
            </a:solidFill>
          </a:ln>
        </p:spPr>
      </p:sp>
      <p:sp>
        <p:nvSpPr>
          <p:cNvPr id="42" name="shape-41">
            <a:extLst xmlns:a="http://schemas.openxmlformats.org/drawingml/2006/main">
              <a:ext uri="{FF2B5EF4-FFF2-40B4-BE49-F238E27FC236}">
                <a16:creationId xmlns:a16="http://schemas.microsoft.com/office/drawing/2014/main" id="{C2B864B9-A379-4CAD-96DE-4F32A6325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71775"/>
            <a:ext cx="742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0ABD9"/>
          </a:solidFill>
          <a:ln xmlns:a="http://schemas.openxmlformats.org/drawingml/2006/main" w="11906">
            <a:noFill/>
          </a:ln>
        </p:spPr>
      </p:sp>
      <p:sp>
        <p:nvSpPr>
          <p:cNvPr id="43" name="text-42">
            <a:extLst xmlns:a="http://schemas.openxmlformats.org/drawingml/2006/main">
              <a:ext uri="{FF2B5EF4-FFF2-40B4-BE49-F238E27FC236}">
                <a16:creationId xmlns:a16="http://schemas.microsoft.com/office/drawing/2014/main" id="{C5B23B2F-BA1E-42E5-964C-4DE5F7708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67050"/>
            <a:ext cx="16478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3A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1">
                <a:solidFill>
                  <a:srgbClr val="163A63"/>
                </a:solidFill>
                <a:latin typeface="Hiragino Sans GB"/>
                <a:ea typeface="Hiragino Sans GB"/>
                <a:cs typeface="Hiragino Sans GB"/>
              </a:rPr>
              <a:t>单目标并发上限</a:t>
            </a:r>
          </a:p>
        </p:txBody>
      </p:sp>
      <p:sp>
        <p:nvSpPr>
          <p:cNvPr id="44" name="shape-43">
            <a:extLst xmlns:a="http://schemas.openxmlformats.org/drawingml/2006/main">
              <a:ext uri="{FF2B5EF4-FFF2-40B4-BE49-F238E27FC236}">
                <a16:creationId xmlns:a16="http://schemas.microsoft.com/office/drawing/2014/main" id="{DE382356-8218-4D7F-BD0B-47331AE67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33750"/>
            <a:ext cx="134302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D"/>
          </a:solidFill>
          <a:ln xmlns:a="http://schemas.openxmlformats.org/drawingml/2006/main" w="11906">
            <a:solidFill>
              <a:srgbClr val="B9CEE5"/>
            </a:solidFill>
          </a:ln>
        </p:spPr>
      </p:sp>
      <p:sp>
        <p:nvSpPr>
          <p:cNvPr id="45" name="shape-44">
            <a:extLst xmlns:a="http://schemas.openxmlformats.org/drawingml/2006/main">
              <a:ext uri="{FF2B5EF4-FFF2-40B4-BE49-F238E27FC236}">
                <a16:creationId xmlns:a16="http://schemas.microsoft.com/office/drawing/2014/main" id="{FC4E2AB9-7CC8-4986-AA07-7A9D6D854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33750"/>
            <a:ext cx="6000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0ABD9"/>
          </a:solidFill>
          <a:ln xmlns:a="http://schemas.openxmlformats.org/drawingml/2006/main" w="11906">
            <a:noFill/>
          </a:ln>
        </p:spPr>
      </p:sp>
      <p:sp>
        <p:nvSpPr>
          <p:cNvPr id="46" name="text-45">
            <a:extLst xmlns:a="http://schemas.openxmlformats.org/drawingml/2006/main">
              <a:ext uri="{FF2B5EF4-FFF2-40B4-BE49-F238E27FC236}">
                <a16:creationId xmlns:a16="http://schemas.microsoft.com/office/drawing/2014/main" id="{E393B663-F2D8-4200-A1F5-711355C62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857500"/>
            <a:ext cx="145732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47D9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275" b="0">
                <a:solidFill>
                  <a:srgbClr val="647D99"/>
                </a:solidFill>
                <a:latin typeface="Hiragino Sans GB"/>
                <a:ea typeface="Hiragino Sans GB"/>
                <a:cs typeface="Hiragino Sans GB"/>
              </a:rPr>
              <a:t>全部Agent调用合计</a:t>
            </a:r>
          </a:p>
        </p:txBody>
      </p:sp>
      <p:sp>
        <p:nvSpPr>
          <p:cNvPr id="47" name="glyph-diamond-46">
            <a:extLst xmlns:a="http://schemas.openxmlformats.org/drawingml/2006/main">
              <a:ext uri="{FF2B5EF4-FFF2-40B4-BE49-F238E27FC236}">
                <a16:creationId xmlns:a16="http://schemas.microsoft.com/office/drawing/2014/main" id="{0823CEBC-B0E7-4D73-8881-3F7E94C05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2705100"/>
            <a:ext cx="1057275" cy="695325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EAF3FD"/>
          </a:solidFill>
          <a:ln xmlns:a="http://schemas.openxmlformats.org/drawingml/2006/main" w="14288">
            <a:solidFill>
              <a:srgbClr val="2166B0"/>
            </a:solidFill>
          </a:ln>
        </p:spPr>
      </p:sp>
      <p:sp>
        <p:nvSpPr>
          <p:cNvPr id="48" name="text-47">
            <a:extLst xmlns:a="http://schemas.openxmlformats.org/drawingml/2006/main">
              <a:ext uri="{FF2B5EF4-FFF2-40B4-BE49-F238E27FC236}">
                <a16:creationId xmlns:a16="http://schemas.microsoft.com/office/drawing/2014/main" id="{FCC391C5-8FA5-42DA-9F07-3FBF5AE32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2828925"/>
            <a:ext cx="762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166B0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1">
                <a:solidFill>
                  <a:srgbClr val="2166B0"/>
                </a:solidFill>
                <a:latin typeface="Hiragino Sans GB"/>
                <a:ea typeface="Hiragino Sans GB"/>
                <a:cs typeface="Hiragino Sans GB"/>
              </a:rPr>
              <a:t>均未</a:t>
            </a:r>
          </a:p>
          <a:p xmlns:a="http://schemas.openxmlformats.org/drawingml/2006/main">
            <a:pPr algn="ctr">
              <a:defRPr sz="1575" b="1">
                <a:solidFill>
                  <a:srgbClr val="2166B0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1">
                <a:solidFill>
                  <a:srgbClr val="2166B0"/>
                </a:solidFill>
                <a:latin typeface="Hiragino Sans GB"/>
                <a:ea typeface="Hiragino Sans GB"/>
                <a:cs typeface="Hiragino Sans GB"/>
              </a:rPr>
              <a:t>达上限</a:t>
            </a:r>
          </a:p>
        </p:txBody>
      </p:sp>
      <p:sp>
        <p:nvSpPr>
          <p:cNvPr id="49" name="shape-48">
            <a:extLst xmlns:a="http://schemas.openxmlformats.org/drawingml/2006/main">
              <a:ext uri="{FF2B5EF4-FFF2-40B4-BE49-F238E27FC236}">
                <a16:creationId xmlns:a16="http://schemas.microsoft.com/office/drawing/2014/main" id="{1793CE57-C068-41BF-BADD-36E5AF2EA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6425" y="265747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sp>
        <p:nvSpPr>
          <p:cNvPr id="50" name="shape-49">
            <a:extLst xmlns:a="http://schemas.openxmlformats.org/drawingml/2006/main">
              <a:ext uri="{FF2B5EF4-FFF2-40B4-BE49-F238E27FC236}">
                <a16:creationId xmlns:a16="http://schemas.microsoft.com/office/drawing/2014/main" id="{B260A063-F855-41C7-B3CA-9FB8184C1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265747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cxnSp>
        <p:nvCxnSpPr>
          <p:cNvPr id="388" name=""/>
          <p:cNvCxnSpPr>
            <a:stCxn xmlns:a="http://schemas.openxmlformats.org/drawingml/2006/main" id="49" idx="3"/>
            <a:endCxn xmlns:a="http://schemas.openxmlformats.org/drawingml/2006/main" id="50" idx="1"/>
          </p:cNvCxnSpPr>
          <p:nvPr/>
        </p:nvCxnSpPr>
        <p:spPr>
          <a:xfrm xmlns:a="http://schemas.openxmlformats.org/drawingml/2006/main">
            <a:off x="1885950" y="2662238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2166B0"/>
            </a:solidFill>
            <a:prstDash val="solid"/>
            <a:tailEnd type="none" w="sm" len="sm"/>
          </a:ln>
        </p:spPr>
      </p:cxnSp>
      <p:sp>
        <p:nvSpPr>
          <p:cNvPr id="52" name="shape-51">
            <a:extLst xmlns:a="http://schemas.openxmlformats.org/drawingml/2006/main">
              <a:ext uri="{FF2B5EF4-FFF2-40B4-BE49-F238E27FC236}">
                <a16:creationId xmlns:a16="http://schemas.microsoft.com/office/drawing/2014/main" id="{9A92B0E2-26B9-4197-A533-4EA9CD617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265747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sp>
        <p:nvSpPr>
          <p:cNvPr id="53" name="shape-52">
            <a:extLst xmlns:a="http://schemas.openxmlformats.org/drawingml/2006/main">
              <a:ext uri="{FF2B5EF4-FFF2-40B4-BE49-F238E27FC236}">
                <a16:creationId xmlns:a16="http://schemas.microsoft.com/office/drawing/2014/main" id="{235950FF-B4A0-4830-9574-3A71D5AF9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048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cxnSp>
        <p:nvCxnSpPr>
          <p:cNvPr id="391" name=""/>
          <p:cNvCxnSpPr>
            <a:stCxn xmlns:a="http://schemas.openxmlformats.org/drawingml/2006/main" id="52" idx="2"/>
            <a:endCxn xmlns:a="http://schemas.openxmlformats.org/drawingml/2006/main" id="53" idx="0"/>
          </p:cNvCxnSpPr>
          <p:nvPr/>
        </p:nvCxnSpPr>
        <p:spPr>
          <a:xfrm xmlns:a="http://schemas.openxmlformats.org/drawingml/2006/main">
            <a:off x="2062163" y="2667000"/>
            <a:ext cx="0" cy="38100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2166B0"/>
            </a:solidFill>
            <a:prstDash val="solid"/>
            <a:tailEnd type="none" w="sm" len="sm"/>
          </a:ln>
        </p:spPr>
      </p:cxnSp>
      <p:sp>
        <p:nvSpPr>
          <p:cNvPr id="55" name="shape-54">
            <a:extLst xmlns:a="http://schemas.openxmlformats.org/drawingml/2006/main">
              <a:ext uri="{FF2B5EF4-FFF2-40B4-BE49-F238E27FC236}">
                <a16:creationId xmlns:a16="http://schemas.microsoft.com/office/drawing/2014/main" id="{D11CBE2E-E230-4ADF-BBB1-096BA4EA9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048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sp>
        <p:nvSpPr>
          <p:cNvPr id="56" name="shape-55">
            <a:extLst xmlns:a="http://schemas.openxmlformats.org/drawingml/2006/main">
              <a:ext uri="{FF2B5EF4-FFF2-40B4-BE49-F238E27FC236}">
                <a16:creationId xmlns:a16="http://schemas.microsoft.com/office/drawing/2014/main" id="{CEC4EA09-2A47-49F3-BBCE-A2041CC7F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3048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cxnSp>
        <p:nvCxnSpPr>
          <p:cNvPr id="394" name=""/>
          <p:cNvCxnSpPr>
            <a:stCxn xmlns:a="http://schemas.openxmlformats.org/drawingml/2006/main" id="55" idx="3"/>
            <a:endCxn xmlns:a="http://schemas.openxmlformats.org/drawingml/2006/main" id="56" idx="1"/>
          </p:cNvCxnSpPr>
          <p:nvPr/>
        </p:nvCxnSpPr>
        <p:spPr>
          <a:xfrm xmlns:a="http://schemas.openxmlformats.org/drawingml/2006/main">
            <a:off x="2066925" y="3052763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2166B0"/>
            </a:solidFill>
            <a:prstDash val="solid"/>
            <a:tailEnd type="triangle" w="sm" len="sm"/>
          </a:ln>
        </p:spPr>
      </p:cxnSp>
      <p:sp>
        <p:nvSpPr>
          <p:cNvPr id="58" name="shape-57">
            <a:extLst xmlns:a="http://schemas.openxmlformats.org/drawingml/2006/main">
              <a:ext uri="{FF2B5EF4-FFF2-40B4-BE49-F238E27FC236}">
                <a16:creationId xmlns:a16="http://schemas.microsoft.com/office/drawing/2014/main" id="{85B5C9CF-12D3-4B87-84F8-D5EBF3952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6425" y="322897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sp>
        <p:nvSpPr>
          <p:cNvPr id="59" name="shape-58">
            <a:extLst xmlns:a="http://schemas.openxmlformats.org/drawingml/2006/main">
              <a:ext uri="{FF2B5EF4-FFF2-40B4-BE49-F238E27FC236}">
                <a16:creationId xmlns:a16="http://schemas.microsoft.com/office/drawing/2014/main" id="{4339B0A8-82A3-4996-A630-26231305A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22897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cxnSp>
        <p:nvCxnSpPr>
          <p:cNvPr id="397" name=""/>
          <p:cNvCxnSpPr>
            <a:stCxn xmlns:a="http://schemas.openxmlformats.org/drawingml/2006/main" id="58" idx="3"/>
            <a:endCxn xmlns:a="http://schemas.openxmlformats.org/drawingml/2006/main" id="59" idx="1"/>
          </p:cNvCxnSpPr>
          <p:nvPr/>
        </p:nvCxnSpPr>
        <p:spPr>
          <a:xfrm xmlns:a="http://schemas.openxmlformats.org/drawingml/2006/main">
            <a:off x="1885950" y="3233738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2166B0"/>
            </a:solidFill>
            <a:prstDash val="solid"/>
            <a:tailEnd type="none" w="sm" len="sm"/>
          </a:ln>
        </p:spPr>
      </p:cxnSp>
      <p:sp>
        <p:nvSpPr>
          <p:cNvPr id="61" name="shape-60">
            <a:extLst xmlns:a="http://schemas.openxmlformats.org/drawingml/2006/main">
              <a:ext uri="{FF2B5EF4-FFF2-40B4-BE49-F238E27FC236}">
                <a16:creationId xmlns:a16="http://schemas.microsoft.com/office/drawing/2014/main" id="{E8EAB827-4143-47D3-8626-A567A254A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22897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sp>
        <p:nvSpPr>
          <p:cNvPr id="62" name="shape-61">
            <a:extLst xmlns:a="http://schemas.openxmlformats.org/drawingml/2006/main">
              <a:ext uri="{FF2B5EF4-FFF2-40B4-BE49-F238E27FC236}">
                <a16:creationId xmlns:a16="http://schemas.microsoft.com/office/drawing/2014/main" id="{9956AF84-436D-4DCE-B766-7E0892332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048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cxnSp>
        <p:nvCxnSpPr>
          <p:cNvPr id="400" name=""/>
          <p:cNvCxnSpPr>
            <a:stCxn xmlns:a="http://schemas.openxmlformats.org/drawingml/2006/main" id="61" idx="0"/>
            <a:endCxn xmlns:a="http://schemas.openxmlformats.org/drawingml/2006/main" id="62" idx="2"/>
          </p:cNvCxnSpPr>
          <p:nvPr/>
        </p:nvCxnSpPr>
        <p:spPr>
          <a:xfrm xmlns:a="http://schemas.openxmlformats.org/drawingml/2006/main" flipV="1">
            <a:off x="2062163" y="3057525"/>
            <a:ext cx="0" cy="17145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2166B0"/>
            </a:solidFill>
            <a:prstDash val="solid"/>
            <a:tailEnd type="none" w="sm" len="sm"/>
          </a:ln>
        </p:spPr>
      </p:cxnSp>
      <p:sp>
        <p:nvSpPr>
          <p:cNvPr id="64" name="text-63">
            <a:extLst xmlns:a="http://schemas.openxmlformats.org/drawingml/2006/main">
              <a:ext uri="{FF2B5EF4-FFF2-40B4-BE49-F238E27FC236}">
                <a16:creationId xmlns:a16="http://schemas.microsoft.com/office/drawing/2014/main" id="{1DE51893-E7E4-4D54-9354-2FBD55972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476625"/>
            <a:ext cx="3028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7D9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647D99"/>
                </a:solidFill>
                <a:latin typeface="Hiragino Sans GB"/>
                <a:ea typeface="Hiragino Sans GB"/>
                <a:cs typeface="Hiragino Sans GB"/>
              </a:rPr>
              <a:t>各skillId / Relay分别统计</a:t>
            </a:r>
          </a:p>
        </p:txBody>
      </p:sp>
      <p:sp>
        <p:nvSpPr>
          <p:cNvPr id="65" name="text-64">
            <a:extLst xmlns:a="http://schemas.openxmlformats.org/drawingml/2006/main">
              <a:ext uri="{FF2B5EF4-FFF2-40B4-BE49-F238E27FC236}">
                <a16:creationId xmlns:a16="http://schemas.microsoft.com/office/drawing/2014/main" id="{9B012073-0F8E-403D-80D4-3F2E0C40F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24275"/>
            <a:ext cx="3028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94F8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425" b="0">
                <a:solidFill>
                  <a:srgbClr val="294F85"/>
                </a:solidFill>
                <a:latin typeface="Hiragino Sans GB"/>
                <a:ea typeface="Hiragino Sans GB"/>
                <a:cs typeface="Hiragino Sans GB"/>
              </a:rPr>
              <a:t>路由确定后校验，任一满则拒绝</a:t>
            </a:r>
          </a:p>
        </p:txBody>
      </p:sp>
      <p:sp>
        <p:nvSpPr>
          <p:cNvPr id="66" name="glyph-ellipse-65">
            <a:extLst xmlns:a="http://schemas.openxmlformats.org/drawingml/2006/main">
              <a:ext uri="{FF2B5EF4-FFF2-40B4-BE49-F238E27FC236}">
                <a16:creationId xmlns:a16="http://schemas.microsoft.com/office/drawing/2014/main" id="{172F44C4-1549-4C5F-9312-647D35A17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07645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2166B0"/>
            </a:solidFill>
          </a:ln>
        </p:spPr>
      </p:sp>
      <p:sp>
        <p:nvSpPr>
          <p:cNvPr id="67" name="line-66">
            <a:extLst xmlns:a="http://schemas.openxmlformats.org/drawingml/2006/main">
              <a:ext uri="{FF2B5EF4-FFF2-40B4-BE49-F238E27FC236}">
                <a16:creationId xmlns:a16="http://schemas.microsoft.com/office/drawing/2014/main" id="{FCF15E0F-2086-4AE6-9695-F24A20934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124456"/>
            <a:ext cx="0" cy="8534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2166B0"/>
            </a:solidFill>
            <a:prstDash val="solid"/>
          </a:ln>
        </p:spPr>
      </p:sp>
      <p:sp>
        <p:nvSpPr>
          <p:cNvPr id="68" name="line-67">
            <a:extLst xmlns:a="http://schemas.openxmlformats.org/drawingml/2006/main">
              <a:ext uri="{FF2B5EF4-FFF2-40B4-BE49-F238E27FC236}">
                <a16:creationId xmlns:a16="http://schemas.microsoft.com/office/drawing/2014/main" id="{CDD49647-F2EA-4C33-80EB-4AE9A81F1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209800"/>
            <a:ext cx="69342" cy="4000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2166B0"/>
            </a:solidFill>
            <a:prstDash val="solid"/>
          </a:ln>
        </p:spPr>
      </p:sp>
      <p:sp>
        <p:nvSpPr>
          <p:cNvPr id="69" name="text-68">
            <a:extLst xmlns:a="http://schemas.openxmlformats.org/drawingml/2006/main">
              <a:ext uri="{FF2B5EF4-FFF2-40B4-BE49-F238E27FC236}">
                <a16:creationId xmlns:a16="http://schemas.microsoft.com/office/drawing/2014/main" id="{CCB99844-CE7A-47D5-AA81-B62F4E3CD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2028825"/>
            <a:ext cx="2362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166B0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1">
                <a:solidFill>
                  <a:srgbClr val="2166B0"/>
                </a:solidFill>
                <a:latin typeface="Hiragino Sans GB"/>
                <a:ea typeface="Hiragino Sans GB"/>
                <a:cs typeface="Hiragino Sans GB"/>
              </a:rPr>
              <a:t>② 受理起算总期限</a:t>
            </a:r>
          </a:p>
        </p:txBody>
      </p:sp>
      <p:sp>
        <p:nvSpPr>
          <p:cNvPr id="70" name="text-69">
            <a:extLst xmlns:a="http://schemas.openxmlformats.org/drawingml/2006/main">
              <a:ext uri="{FF2B5EF4-FFF2-40B4-BE49-F238E27FC236}">
                <a16:creationId xmlns:a16="http://schemas.microsoft.com/office/drawing/2014/main" id="{D0092C2E-F66A-4778-82F6-59E4F5612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43840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63A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1">
                <a:solidFill>
                  <a:srgbClr val="163A63"/>
                </a:solidFill>
                <a:latin typeface="Hiragino Sans GB"/>
                <a:ea typeface="Hiragino Sans GB"/>
                <a:cs typeface="Hiragino Sans GB"/>
              </a:rPr>
              <a:t>D_exec 全链路共用</a:t>
            </a:r>
          </a:p>
        </p:txBody>
      </p:sp>
      <p:sp>
        <p:nvSpPr>
          <p:cNvPr id="71" name="line-70">
            <a:extLst xmlns:a="http://schemas.openxmlformats.org/drawingml/2006/main">
              <a:ext uri="{FF2B5EF4-FFF2-40B4-BE49-F238E27FC236}">
                <a16:creationId xmlns:a16="http://schemas.microsoft.com/office/drawing/2014/main" id="{3BC0640F-EB7D-460B-AEF0-26138DC47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771775"/>
            <a:ext cx="2619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166B0"/>
            </a:solidFill>
            <a:prstDash val="solid"/>
          </a:ln>
        </p:spPr>
      </p:sp>
      <p:sp>
        <p:nvSpPr>
          <p:cNvPr id="72" name="shape-71">
            <a:extLst xmlns:a="http://schemas.openxmlformats.org/drawingml/2006/main">
              <a:ext uri="{FF2B5EF4-FFF2-40B4-BE49-F238E27FC236}">
                <a16:creationId xmlns:a16="http://schemas.microsoft.com/office/drawing/2014/main" id="{B3E404C8-0EDB-41E8-8DDF-521E8B612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2924175"/>
            <a:ext cx="809625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D"/>
          </a:solidFill>
          <a:ln xmlns:a="http://schemas.openxmlformats.org/drawingml/2006/main" w="11906">
            <a:solidFill>
              <a:srgbClr val="B9CEE5"/>
            </a:solidFill>
          </a:ln>
        </p:spPr>
        <p:txBody>
          <a:bodyPr xmlns:a="http://schemas.openxmlformats.org/drawingml/2006/main" lIns="66675" tIns="47625" rIns="66675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>
                <a:latin typeface="Hiragino Sans GB"/>
                <a:ea typeface="Hiragino Sans GB"/>
                <a:cs typeface="Hiragino Sans GB"/>
              </a:defRPr>
            </a:pPr>
            <a:r>
              <a:rPr sz="1275" b="1">
                <a:solidFill>
                  <a:srgbClr val="163A63"/>
                </a:solidFill>
                <a:latin typeface="Hiragino Sans GB"/>
                <a:ea typeface="Hiragino Sans GB"/>
                <a:cs typeface="Hiragino Sans GB"/>
              </a:rPr>
              <a:t>准备</a:t>
            </a:r>
          </a:p>
          <a:p xmlns:a="http://schemas.openxmlformats.org/drawingml/2006/main">
            <a:pPr algn="ctr">
              <a:defRPr sz="1275">
                <a:latin typeface="Hiragino Sans GB"/>
                <a:ea typeface="Hiragino Sans GB"/>
                <a:cs typeface="Hiragino Sans GB"/>
              </a:defRPr>
            </a:pPr>
            <a:r>
              <a:rPr sz="1275">
                <a:solidFill>
                  <a:srgbClr val="2D4663"/>
                </a:solidFill>
                <a:latin typeface="Hiragino Sans GB"/>
                <a:ea typeface="Hiragino Sans GB"/>
                <a:cs typeface="Hiragino Sans GB"/>
              </a:rPr>
              <a:t>排队</a:t>
            </a:r>
          </a:p>
          <a:p xmlns:a="http://schemas.openxmlformats.org/drawingml/2006/main">
            <a:pPr algn="ctr">
              <a:defRPr sz="1275">
                <a:latin typeface="Hiragino Sans GB"/>
                <a:ea typeface="Hiragino Sans GB"/>
                <a:cs typeface="Hiragino Sans GB"/>
              </a:defRPr>
            </a:pPr>
            <a:r>
              <a:rPr sz="1275">
                <a:solidFill>
                  <a:srgbClr val="2D4663"/>
                </a:solidFill>
                <a:latin typeface="Hiragino Sans GB"/>
                <a:ea typeface="Hiragino Sans GB"/>
                <a:cs typeface="Hiragino Sans GB"/>
              </a:rPr>
              <a:t>鉴权</a:t>
            </a:r>
          </a:p>
        </p:txBody>
      </p:sp>
      <p:sp>
        <p:nvSpPr>
          <p:cNvPr id="73" name="shape-72">
            <a:extLst xmlns:a="http://schemas.openxmlformats.org/drawingml/2006/main">
              <a:ext uri="{FF2B5EF4-FFF2-40B4-BE49-F238E27FC236}">
                <a16:creationId xmlns:a16="http://schemas.microsoft.com/office/drawing/2014/main" id="{9EF82474-2B43-4A74-A458-314DBF7BD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924175"/>
            <a:ext cx="809625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D"/>
          </a:solidFill>
          <a:ln xmlns:a="http://schemas.openxmlformats.org/drawingml/2006/main" w="11906">
            <a:solidFill>
              <a:srgbClr val="B9CEE5"/>
            </a:solidFill>
          </a:ln>
        </p:spPr>
        <p:txBody>
          <a:bodyPr xmlns:a="http://schemas.openxmlformats.org/drawingml/2006/main" lIns="66675" tIns="47625" rIns="66675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>
                <a:latin typeface="Hiragino Sans GB"/>
                <a:ea typeface="Hiragino Sans GB"/>
                <a:cs typeface="Hiragino Sans GB"/>
              </a:defRPr>
            </a:pPr>
            <a:r>
              <a:rPr sz="1275" b="1">
                <a:solidFill>
                  <a:srgbClr val="163A63"/>
                </a:solidFill>
                <a:latin typeface="Hiragino Sans GB"/>
                <a:ea typeface="Hiragino Sans GB"/>
                <a:cs typeface="Hiragino Sans GB"/>
              </a:rPr>
              <a:t>连接</a:t>
            </a:r>
          </a:p>
          <a:p xmlns:a="http://schemas.openxmlformats.org/drawingml/2006/main">
            <a:pPr algn="ctr">
              <a:defRPr sz="1275">
                <a:latin typeface="Hiragino Sans GB"/>
                <a:ea typeface="Hiragino Sans GB"/>
                <a:cs typeface="Hiragino Sans GB"/>
              </a:defRPr>
            </a:pPr>
            <a:r>
              <a:rPr sz="1275">
                <a:solidFill>
                  <a:srgbClr val="2D4663"/>
                </a:solidFill>
                <a:latin typeface="Hiragino Sans GB"/>
                <a:ea typeface="Hiragino Sans GB"/>
                <a:cs typeface="Hiragino Sans GB"/>
              </a:rPr>
              <a:t>借用</a:t>
            </a:r>
          </a:p>
          <a:p xmlns:a="http://schemas.openxmlformats.org/drawingml/2006/main">
            <a:pPr algn="ctr">
              <a:defRPr sz="1275">
                <a:latin typeface="Hiragino Sans GB"/>
                <a:ea typeface="Hiragino Sans GB"/>
                <a:cs typeface="Hiragino Sans GB"/>
              </a:defRPr>
            </a:pPr>
            <a:r>
              <a:rPr sz="1275">
                <a:solidFill>
                  <a:srgbClr val="2D4663"/>
                </a:solidFill>
                <a:latin typeface="Hiragino Sans GB"/>
                <a:ea typeface="Hiragino Sans GB"/>
                <a:cs typeface="Hiragino Sans GB"/>
              </a:rPr>
              <a:t>建连</a:t>
            </a:r>
          </a:p>
        </p:txBody>
      </p:sp>
      <p:sp>
        <p:nvSpPr>
          <p:cNvPr id="74" name="shape-73">
            <a:extLst xmlns:a="http://schemas.openxmlformats.org/drawingml/2006/main">
              <a:ext uri="{FF2B5EF4-FFF2-40B4-BE49-F238E27FC236}">
                <a16:creationId xmlns:a16="http://schemas.microsoft.com/office/drawing/2014/main" id="{1B7CE84F-A57A-4ACC-8CE6-FA865FF77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2924175"/>
            <a:ext cx="809625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D"/>
          </a:solidFill>
          <a:ln xmlns:a="http://schemas.openxmlformats.org/drawingml/2006/main" w="11906">
            <a:solidFill>
              <a:srgbClr val="B9CEE5"/>
            </a:solidFill>
          </a:ln>
        </p:spPr>
        <p:txBody>
          <a:bodyPr xmlns:a="http://schemas.openxmlformats.org/drawingml/2006/main" lIns="66675" tIns="47625" rIns="66675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>
                <a:latin typeface="Hiragino Sans GB"/>
                <a:ea typeface="Hiragino Sans GB"/>
                <a:cs typeface="Hiragino Sans GB"/>
              </a:defRPr>
            </a:pPr>
            <a:r>
              <a:rPr sz="1350" b="1">
                <a:solidFill>
                  <a:srgbClr val="163A63"/>
                </a:solidFill>
                <a:latin typeface="Hiragino Sans GB"/>
                <a:ea typeface="Hiragino Sans GB"/>
                <a:cs typeface="Hiragino Sans GB"/>
              </a:rPr>
              <a:t>执行</a:t>
            </a:r>
          </a:p>
          <a:p xmlns:a="http://schemas.openxmlformats.org/drawingml/2006/main">
            <a:pPr algn="ctr">
              <a:defRPr sz="1350">
                <a:latin typeface="Hiragino Sans GB"/>
                <a:ea typeface="Hiragino Sans GB"/>
                <a:cs typeface="Hiragino Sans GB"/>
              </a:defRPr>
            </a:pPr>
            <a:r>
              <a:rPr sz="1350">
                <a:solidFill>
                  <a:srgbClr val="2D4663"/>
                </a:solidFill>
                <a:latin typeface="Hiragino Sans GB"/>
                <a:ea typeface="Hiragino Sans GB"/>
                <a:cs typeface="Hiragino Sans GB"/>
              </a:rPr>
              <a:t>首有效</a:t>
            </a:r>
          </a:p>
          <a:p xmlns:a="http://schemas.openxmlformats.org/drawingml/2006/main">
            <a:pPr algn="ctr">
              <a:defRPr sz="1350">
                <a:latin typeface="Hiragino Sans GB"/>
                <a:ea typeface="Hiragino Sans GB"/>
                <a:cs typeface="Hiragino Sans GB"/>
              </a:defRPr>
            </a:pPr>
            <a:r>
              <a:rPr sz="1350">
                <a:solidFill>
                  <a:srgbClr val="2D4663"/>
                </a:solidFill>
                <a:latin typeface="Hiragino Sans GB"/>
                <a:ea typeface="Hiragino Sans GB"/>
                <a:cs typeface="Hiragino Sans GB"/>
              </a:rPr>
              <a:t>空闲</a:t>
            </a:r>
          </a:p>
        </p:txBody>
      </p:sp>
      <p:sp>
        <p:nvSpPr>
          <p:cNvPr id="75" name="shape-74">
            <a:extLst xmlns:a="http://schemas.openxmlformats.org/drawingml/2006/main">
              <a:ext uri="{FF2B5EF4-FFF2-40B4-BE49-F238E27FC236}">
                <a16:creationId xmlns:a16="http://schemas.microsoft.com/office/drawing/2014/main" id="{2B77E059-C61A-40AC-B9AF-9239DE683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048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sp>
        <p:nvSpPr>
          <p:cNvPr id="76" name="shape-75">
            <a:extLst xmlns:a="http://schemas.openxmlformats.org/drawingml/2006/main">
              <a:ext uri="{FF2B5EF4-FFF2-40B4-BE49-F238E27FC236}">
                <a16:creationId xmlns:a16="http://schemas.microsoft.com/office/drawing/2014/main" id="{12C01028-4F6F-4641-80B7-BCE8B1D56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3048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cxnSp>
        <p:nvCxnSpPr>
          <p:cNvPr id="414" name=""/>
          <p:cNvCxnSpPr>
            <a:stCxn xmlns:a="http://schemas.openxmlformats.org/drawingml/2006/main" id="75" idx="3"/>
            <a:endCxn xmlns:a="http://schemas.openxmlformats.org/drawingml/2006/main" id="76" idx="1"/>
          </p:cNvCxnSpPr>
          <p:nvPr/>
        </p:nvCxnSpPr>
        <p:spPr>
          <a:xfrm xmlns:a="http://schemas.openxmlformats.org/drawingml/2006/main">
            <a:off x="3305175" y="3052763"/>
            <a:ext cx="285750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2166B0"/>
            </a:solidFill>
            <a:prstDash val="solid"/>
            <a:tailEnd type="none" w="sm" len="sm"/>
          </a:ln>
        </p:spPr>
      </p:cxnSp>
      <p:sp>
        <p:nvSpPr>
          <p:cNvPr id="78" name="shape-77">
            <a:extLst xmlns:a="http://schemas.openxmlformats.org/drawingml/2006/main">
              <a:ext uri="{FF2B5EF4-FFF2-40B4-BE49-F238E27FC236}">
                <a16:creationId xmlns:a16="http://schemas.microsoft.com/office/drawing/2014/main" id="{246CD89F-DA06-415B-8928-93211A737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3048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sp>
        <p:nvSpPr>
          <p:cNvPr id="79" name="shape-78">
            <a:extLst xmlns:a="http://schemas.openxmlformats.org/drawingml/2006/main">
              <a:ext uri="{FF2B5EF4-FFF2-40B4-BE49-F238E27FC236}">
                <a16:creationId xmlns:a16="http://schemas.microsoft.com/office/drawing/2014/main" id="{4243621F-F979-4007-8201-8D0ECA692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260032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cxnSp>
        <p:nvCxnSpPr>
          <p:cNvPr id="417" name=""/>
          <p:cNvCxnSpPr>
            <a:stCxn xmlns:a="http://schemas.openxmlformats.org/drawingml/2006/main" id="78" idx="0"/>
            <a:endCxn xmlns:a="http://schemas.openxmlformats.org/drawingml/2006/main" id="79" idx="2"/>
          </p:cNvCxnSpPr>
          <p:nvPr/>
        </p:nvCxnSpPr>
        <p:spPr>
          <a:xfrm xmlns:a="http://schemas.openxmlformats.org/drawingml/2006/main" flipV="1">
            <a:off x="3595688" y="2609850"/>
            <a:ext cx="0" cy="43815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2166B0"/>
            </a:solidFill>
            <a:prstDash val="solid"/>
            <a:tailEnd type="none" w="sm" len="sm"/>
          </a:ln>
        </p:spPr>
      </p:cxnSp>
      <p:sp>
        <p:nvSpPr>
          <p:cNvPr id="81" name="shape-80">
            <a:extLst xmlns:a="http://schemas.openxmlformats.org/drawingml/2006/main">
              <a:ext uri="{FF2B5EF4-FFF2-40B4-BE49-F238E27FC236}">
                <a16:creationId xmlns:a16="http://schemas.microsoft.com/office/drawing/2014/main" id="{2FCCC2EF-DA41-43F6-BF7B-AA4A5B7F5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260032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sp>
        <p:nvSpPr>
          <p:cNvPr id="82" name="shape-81">
            <a:extLst xmlns:a="http://schemas.openxmlformats.org/drawingml/2006/main">
              <a:ext uri="{FF2B5EF4-FFF2-40B4-BE49-F238E27FC236}">
                <a16:creationId xmlns:a16="http://schemas.microsoft.com/office/drawing/2014/main" id="{E90EF9CB-30F4-40CB-97EA-8E8D90667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260032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cxnSp>
        <p:nvCxnSpPr>
          <p:cNvPr id="420" name=""/>
          <p:cNvCxnSpPr>
            <a:stCxn xmlns:a="http://schemas.openxmlformats.org/drawingml/2006/main" id="81" idx="3"/>
            <a:endCxn xmlns:a="http://schemas.openxmlformats.org/drawingml/2006/main" id="82" idx="1"/>
          </p:cNvCxnSpPr>
          <p:nvPr/>
        </p:nvCxnSpPr>
        <p:spPr>
          <a:xfrm xmlns:a="http://schemas.openxmlformats.org/drawingml/2006/main">
            <a:off x="3600450" y="2605088"/>
            <a:ext cx="180975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2166B0"/>
            </a:solidFill>
            <a:prstDash val="solid"/>
            <a:tailEnd type="triangle" w="sm" len="sm"/>
          </a:ln>
        </p:spPr>
      </p:cxnSp>
      <p:sp>
        <p:nvSpPr>
          <p:cNvPr id="84" name="shape-83">
            <a:extLst xmlns:a="http://schemas.openxmlformats.org/drawingml/2006/main">
              <a:ext uri="{FF2B5EF4-FFF2-40B4-BE49-F238E27FC236}">
                <a16:creationId xmlns:a16="http://schemas.microsoft.com/office/drawing/2014/main" id="{906AAD70-2684-49AB-B828-80D686531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77177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sp>
        <p:nvSpPr>
          <p:cNvPr id="85" name="shape-84">
            <a:extLst xmlns:a="http://schemas.openxmlformats.org/drawingml/2006/main">
              <a:ext uri="{FF2B5EF4-FFF2-40B4-BE49-F238E27FC236}">
                <a16:creationId xmlns:a16="http://schemas.microsoft.com/office/drawing/2014/main" id="{8A178258-4ED9-4A2A-B4E9-E1D4DB19A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92417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cxnSp>
        <p:nvCxnSpPr>
          <p:cNvPr id="423" name=""/>
          <p:cNvCxnSpPr>
            <a:stCxn xmlns:a="http://schemas.openxmlformats.org/drawingml/2006/main" id="84" idx="2"/>
            <a:endCxn xmlns:a="http://schemas.openxmlformats.org/drawingml/2006/main" id="85" idx="0"/>
          </p:cNvCxnSpPr>
          <p:nvPr/>
        </p:nvCxnSpPr>
        <p:spPr>
          <a:xfrm xmlns:a="http://schemas.openxmlformats.org/drawingml/2006/main">
            <a:off x="4195763" y="2781300"/>
            <a:ext cx="0" cy="142875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2166B0"/>
            </a:solidFill>
            <a:prstDash val="solid"/>
            <a:tailEnd type="triangle" w="sm" len="sm"/>
          </a:ln>
        </p:spPr>
      </p:cxnSp>
      <p:sp>
        <p:nvSpPr>
          <p:cNvPr id="87" name="shape-86">
            <a:extLst xmlns:a="http://schemas.openxmlformats.org/drawingml/2006/main">
              <a:ext uri="{FF2B5EF4-FFF2-40B4-BE49-F238E27FC236}">
                <a16:creationId xmlns:a16="http://schemas.microsoft.com/office/drawing/2014/main" id="{279EB3F5-3DCB-469C-BC3A-4A4904EC0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21945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sp>
        <p:nvSpPr>
          <p:cNvPr id="88" name="shape-87">
            <a:extLst xmlns:a="http://schemas.openxmlformats.org/drawingml/2006/main">
              <a:ext uri="{FF2B5EF4-FFF2-40B4-BE49-F238E27FC236}">
                <a16:creationId xmlns:a16="http://schemas.microsoft.com/office/drawing/2014/main" id="{9CBAB2EC-812D-4464-96C1-C8A8C2FC2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321945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cxnSp>
        <p:nvCxnSpPr>
          <p:cNvPr id="426" name=""/>
          <p:cNvCxnSpPr>
            <a:stCxn xmlns:a="http://schemas.openxmlformats.org/drawingml/2006/main" id="87" idx="3"/>
            <a:endCxn xmlns:a="http://schemas.openxmlformats.org/drawingml/2006/main" id="88" idx="1"/>
          </p:cNvCxnSpPr>
          <p:nvPr/>
        </p:nvCxnSpPr>
        <p:spPr>
          <a:xfrm xmlns:a="http://schemas.openxmlformats.org/drawingml/2006/main">
            <a:off x="4600575" y="3224213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2166B0"/>
            </a:solidFill>
            <a:prstDash val="solid"/>
            <a:tailEnd type="triangle" w="sm" len="sm"/>
          </a:ln>
        </p:spPr>
      </p:cxnSp>
      <p:sp>
        <p:nvSpPr>
          <p:cNvPr id="90" name="shape-89">
            <a:extLst xmlns:a="http://schemas.openxmlformats.org/drawingml/2006/main">
              <a:ext uri="{FF2B5EF4-FFF2-40B4-BE49-F238E27FC236}">
                <a16:creationId xmlns:a16="http://schemas.microsoft.com/office/drawing/2014/main" id="{F67D8059-5D94-493B-BB25-83A0FDCEE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21945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sp>
        <p:nvSpPr>
          <p:cNvPr id="91" name="shape-90">
            <a:extLst xmlns:a="http://schemas.openxmlformats.org/drawingml/2006/main">
              <a:ext uri="{FF2B5EF4-FFF2-40B4-BE49-F238E27FC236}">
                <a16:creationId xmlns:a16="http://schemas.microsoft.com/office/drawing/2014/main" id="{439E311B-4FF3-456E-A0F5-E02FD7DDA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21945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cxnSp>
        <p:nvCxnSpPr>
          <p:cNvPr id="429" name=""/>
          <p:cNvCxnSpPr>
            <a:stCxn xmlns:a="http://schemas.openxmlformats.org/drawingml/2006/main" id="90" idx="3"/>
            <a:endCxn xmlns:a="http://schemas.openxmlformats.org/drawingml/2006/main" id="91" idx="1"/>
          </p:cNvCxnSpPr>
          <p:nvPr/>
        </p:nvCxnSpPr>
        <p:spPr>
          <a:xfrm xmlns:a="http://schemas.openxmlformats.org/drawingml/2006/main">
            <a:off x="5534025" y="3224213"/>
            <a:ext cx="104775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2166B0"/>
            </a:solidFill>
            <a:prstDash val="solid"/>
            <a:tailEnd type="triangle" w="sm" len="sm"/>
          </a:ln>
        </p:spPr>
      </p:cxnSp>
      <p:sp>
        <p:nvSpPr>
          <p:cNvPr id="93" name="text-92">
            <a:extLst xmlns:a="http://schemas.openxmlformats.org/drawingml/2006/main">
              <a:ext uri="{FF2B5EF4-FFF2-40B4-BE49-F238E27FC236}">
                <a16:creationId xmlns:a16="http://schemas.microsoft.com/office/drawing/2014/main" id="{E7446F89-7D2F-43F3-AD56-91A4FBA0D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667125"/>
            <a:ext cx="2743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47D9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425" b="0">
                <a:solidFill>
                  <a:srgbClr val="647D99"/>
                </a:solidFill>
                <a:latin typeface="Hiragino Sans GB"/>
                <a:ea typeface="Hiragino Sans GB"/>
                <a:cs typeface="Hiragino Sans GB"/>
              </a:rPr>
              <a:t>各段取 min（阶段上限，剩余）</a:t>
            </a:r>
          </a:p>
        </p:txBody>
      </p:sp>
      <p:sp>
        <p:nvSpPr>
          <p:cNvPr id="94" name="text-93">
            <a:extLst xmlns:a="http://schemas.openxmlformats.org/drawingml/2006/main">
              <a:ext uri="{FF2B5EF4-FFF2-40B4-BE49-F238E27FC236}">
                <a16:creationId xmlns:a16="http://schemas.microsoft.com/office/drawing/2014/main" id="{0076CB47-755F-4BA5-82BA-88D1508D9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028825"/>
            <a:ext cx="31527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63A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1">
                <a:solidFill>
                  <a:srgbClr val="163A63"/>
                </a:solidFill>
                <a:latin typeface="Hiragino Sans GB"/>
                <a:ea typeface="Hiragino Sans GB"/>
                <a:cs typeface="Hiragino Sans GB"/>
              </a:rPr>
              <a:t>最终执行目标（择一）</a:t>
            </a:r>
          </a:p>
        </p:txBody>
      </p:sp>
      <p:sp>
        <p:nvSpPr>
          <p:cNvPr id="95" name="glyph-roundRect-94">
            <a:extLst xmlns:a="http://schemas.openxmlformats.org/drawingml/2006/main">
              <a:ext uri="{FF2B5EF4-FFF2-40B4-BE49-F238E27FC236}">
                <a16:creationId xmlns:a16="http://schemas.microsoft.com/office/drawing/2014/main" id="{7DD6C905-7914-4CC6-9CCA-AC776C6DF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457450"/>
            <a:ext cx="438150" cy="45720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3F7FD"/>
          </a:solidFill>
          <a:ln xmlns:a="http://schemas.openxmlformats.org/drawingml/2006/main" w="15240">
            <a:solidFill>
              <a:srgbClr val="163A63"/>
            </a:solidFill>
          </a:ln>
        </p:spPr>
      </p:sp>
      <p:sp>
        <p:nvSpPr>
          <p:cNvPr id="96" name="glyph-rect-95">
            <a:extLst xmlns:a="http://schemas.openxmlformats.org/drawingml/2006/main">
              <a:ext uri="{FF2B5EF4-FFF2-40B4-BE49-F238E27FC236}">
                <a16:creationId xmlns:a16="http://schemas.microsoft.com/office/drawing/2014/main" id="{66248202-93CE-4A37-AFC6-AA7B016D7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3928" y="2521458"/>
            <a:ext cx="332994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954">
            <a:solidFill>
              <a:srgbClr val="163A63"/>
            </a:solidFill>
          </a:ln>
        </p:spPr>
      </p:sp>
      <p:sp>
        <p:nvSpPr>
          <p:cNvPr id="97" name="glyph-ellipse-96">
            <a:extLst xmlns:a="http://schemas.openxmlformats.org/drawingml/2006/main">
              <a:ext uri="{FF2B5EF4-FFF2-40B4-BE49-F238E27FC236}">
                <a16:creationId xmlns:a16="http://schemas.microsoft.com/office/drawing/2014/main" id="{D98BB5DB-28B4-4A62-8DA1-BA5ECEEEF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8980" y="2544318"/>
            <a:ext cx="24098" cy="240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166B0"/>
          </a:solidFill>
          <a:ln xmlns:a="http://schemas.openxmlformats.org/drawingml/2006/main" w="4763">
            <a:solidFill>
              <a:srgbClr val="2166B0"/>
            </a:solidFill>
          </a:ln>
        </p:spPr>
      </p:sp>
      <p:sp>
        <p:nvSpPr>
          <p:cNvPr id="98" name="line-97">
            <a:extLst xmlns:a="http://schemas.openxmlformats.org/drawingml/2006/main">
              <a:ext uri="{FF2B5EF4-FFF2-40B4-BE49-F238E27FC236}">
                <a16:creationId xmlns:a16="http://schemas.microsoft.com/office/drawing/2014/main" id="{06918ADE-240F-4127-BEEF-F580E1B83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9755" y="2558034"/>
            <a:ext cx="14459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63A63"/>
            </a:solidFill>
            <a:prstDash val="solid"/>
          </a:ln>
        </p:spPr>
      </p:sp>
      <p:sp>
        <p:nvSpPr>
          <p:cNvPr id="99" name="glyph-rect-98">
            <a:extLst xmlns:a="http://schemas.openxmlformats.org/drawingml/2006/main">
              <a:ext uri="{FF2B5EF4-FFF2-40B4-BE49-F238E27FC236}">
                <a16:creationId xmlns:a16="http://schemas.microsoft.com/office/drawing/2014/main" id="{A11684F0-E0BC-4F80-99F2-DD664D757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3928" y="2635758"/>
            <a:ext cx="332994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954">
            <a:solidFill>
              <a:srgbClr val="163A63"/>
            </a:solidFill>
          </a:ln>
        </p:spPr>
      </p:sp>
      <p:sp>
        <p:nvSpPr>
          <p:cNvPr id="100" name="glyph-ellipse-99">
            <a:extLst xmlns:a="http://schemas.openxmlformats.org/drawingml/2006/main">
              <a:ext uri="{FF2B5EF4-FFF2-40B4-BE49-F238E27FC236}">
                <a16:creationId xmlns:a16="http://schemas.microsoft.com/office/drawing/2014/main" id="{572EF7F1-0371-4E5B-9E22-80F3162AC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8980" y="2658618"/>
            <a:ext cx="24098" cy="240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166B0"/>
          </a:solidFill>
          <a:ln xmlns:a="http://schemas.openxmlformats.org/drawingml/2006/main" w="4763">
            <a:solidFill>
              <a:srgbClr val="2166B0"/>
            </a:solidFill>
          </a:ln>
        </p:spPr>
      </p:sp>
      <p:sp>
        <p:nvSpPr>
          <p:cNvPr id="101" name="line-100">
            <a:extLst xmlns:a="http://schemas.openxmlformats.org/drawingml/2006/main">
              <a:ext uri="{FF2B5EF4-FFF2-40B4-BE49-F238E27FC236}">
                <a16:creationId xmlns:a16="http://schemas.microsoft.com/office/drawing/2014/main" id="{1FCCB537-99FA-4CCD-9326-5A876C3B4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9755" y="2672334"/>
            <a:ext cx="14459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63A63"/>
            </a:solidFill>
            <a:prstDash val="solid"/>
          </a:ln>
        </p:spPr>
      </p:sp>
      <p:sp>
        <p:nvSpPr>
          <p:cNvPr id="102" name="glyph-rect-101">
            <a:extLst xmlns:a="http://schemas.openxmlformats.org/drawingml/2006/main">
              <a:ext uri="{FF2B5EF4-FFF2-40B4-BE49-F238E27FC236}">
                <a16:creationId xmlns:a16="http://schemas.microsoft.com/office/drawing/2014/main" id="{DCFA553C-8BFF-4963-957D-ED4056192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3928" y="2750058"/>
            <a:ext cx="332994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954">
            <a:solidFill>
              <a:srgbClr val="163A63"/>
            </a:solidFill>
          </a:ln>
        </p:spPr>
      </p:sp>
      <p:sp>
        <p:nvSpPr>
          <p:cNvPr id="103" name="glyph-ellipse-102">
            <a:extLst xmlns:a="http://schemas.openxmlformats.org/drawingml/2006/main">
              <a:ext uri="{FF2B5EF4-FFF2-40B4-BE49-F238E27FC236}">
                <a16:creationId xmlns:a16="http://schemas.microsoft.com/office/drawing/2014/main" id="{DEC03E87-D76A-4D67-B914-2D6162E54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8980" y="2772918"/>
            <a:ext cx="24098" cy="2409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166B0"/>
          </a:solidFill>
          <a:ln xmlns:a="http://schemas.openxmlformats.org/drawingml/2006/main" w="4763">
            <a:solidFill>
              <a:srgbClr val="2166B0"/>
            </a:solidFill>
          </a:ln>
        </p:spPr>
      </p:sp>
      <p:sp>
        <p:nvSpPr>
          <p:cNvPr id="104" name="line-103">
            <a:extLst xmlns:a="http://schemas.openxmlformats.org/drawingml/2006/main">
              <a:ext uri="{FF2B5EF4-FFF2-40B4-BE49-F238E27FC236}">
                <a16:creationId xmlns:a16="http://schemas.microsoft.com/office/drawing/2014/main" id="{5574645F-632A-4816-8EA9-4E13CFAFF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9755" y="2786634"/>
            <a:ext cx="14459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63A63"/>
            </a:solidFill>
            <a:prstDash val="solid"/>
          </a:ln>
        </p:spPr>
      </p:sp>
      <p:sp>
        <p:nvSpPr>
          <p:cNvPr id="105" name="text-104">
            <a:extLst xmlns:a="http://schemas.openxmlformats.org/drawingml/2006/main">
              <a:ext uri="{FF2B5EF4-FFF2-40B4-BE49-F238E27FC236}">
                <a16:creationId xmlns:a16="http://schemas.microsoft.com/office/drawing/2014/main" id="{29230780-0F31-4DFD-9E24-FC82662B5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2952750"/>
            <a:ext cx="1381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63A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1">
                <a:solidFill>
                  <a:srgbClr val="163A63"/>
                </a:solidFill>
                <a:latin typeface="Hiragino Sans GB"/>
                <a:ea typeface="Hiragino Sans GB"/>
                <a:cs typeface="Hiragino Sans GB"/>
              </a:rPr>
              <a:t>agentService</a:t>
            </a:r>
          </a:p>
        </p:txBody>
      </p:sp>
      <p:sp>
        <p:nvSpPr>
          <p:cNvPr id="106" name="glyph-cloud-105">
            <a:extLst xmlns:a="http://schemas.openxmlformats.org/drawingml/2006/main">
              <a:ext uri="{FF2B5EF4-FFF2-40B4-BE49-F238E27FC236}">
                <a16:creationId xmlns:a16="http://schemas.microsoft.com/office/drawing/2014/main" id="{39B0994A-A32C-4885-B3C7-37B531FBF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2371725"/>
            <a:ext cx="1352550" cy="619125"/>
          </a:xfrm>
          <a:prstGeom xmlns:a="http://schemas.openxmlformats.org/drawingml/2006/main" prst="cloud">
            <a:avLst/>
          </a:prstGeom>
          <a:solidFill xmlns:a="http://schemas.openxmlformats.org/drawingml/2006/main">
            <a:srgbClr val="EEF4FC"/>
          </a:solidFill>
          <a:ln xmlns:a="http://schemas.openxmlformats.org/drawingml/2006/main" w="16193">
            <a:solidFill>
              <a:srgbClr val="416FA8"/>
            </a:solidFill>
          </a:ln>
        </p:spPr>
      </p:sp>
      <p:sp>
        <p:nvSpPr>
          <p:cNvPr id="107" name="text-106">
            <a:extLst xmlns:a="http://schemas.openxmlformats.org/drawingml/2006/main">
              <a:ext uri="{FF2B5EF4-FFF2-40B4-BE49-F238E27FC236}">
                <a16:creationId xmlns:a16="http://schemas.microsoft.com/office/drawing/2014/main" id="{FB5C61D7-6D14-410F-A832-14F91A480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552700"/>
            <a:ext cx="6286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416FA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1">
                <a:solidFill>
                  <a:srgbClr val="416FA8"/>
                </a:solidFill>
                <a:latin typeface="Hiragino Sans GB"/>
                <a:ea typeface="Hiragino Sans GB"/>
                <a:cs typeface="Hiragino Sans GB"/>
              </a:rPr>
              <a:t>API</a:t>
            </a:r>
          </a:p>
        </p:txBody>
      </p:sp>
      <p:sp>
        <p:nvSpPr>
          <p:cNvPr id="108" name="text-107">
            <a:extLst xmlns:a="http://schemas.openxmlformats.org/drawingml/2006/main">
              <a:ext uri="{FF2B5EF4-FFF2-40B4-BE49-F238E27FC236}">
                <a16:creationId xmlns:a16="http://schemas.microsoft.com/office/drawing/2014/main" id="{395E2D4B-15FD-4C2F-9FE2-236E8A073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981325"/>
            <a:ext cx="16573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63A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1">
                <a:solidFill>
                  <a:srgbClr val="163A63"/>
                </a:solidFill>
                <a:latin typeface="Hiragino Sans GB"/>
                <a:ea typeface="Hiragino Sans GB"/>
                <a:cs typeface="Hiragino Sans GB"/>
              </a:rPr>
              <a:t>DomainAgent</a:t>
            </a:r>
          </a:p>
        </p:txBody>
      </p:sp>
      <p:sp>
        <p:nvSpPr>
          <p:cNvPr id="109" name="shape-108">
            <a:extLst xmlns:a="http://schemas.openxmlformats.org/drawingml/2006/main">
              <a:ext uri="{FF2B5EF4-FFF2-40B4-BE49-F238E27FC236}">
                <a16:creationId xmlns:a16="http://schemas.microsoft.com/office/drawing/2014/main" id="{6B856624-A182-4DA4-B61B-1CE4536B9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321945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sp>
        <p:nvSpPr>
          <p:cNvPr id="110" name="shape-109">
            <a:extLst xmlns:a="http://schemas.openxmlformats.org/drawingml/2006/main">
              <a:ext uri="{FF2B5EF4-FFF2-40B4-BE49-F238E27FC236}">
                <a16:creationId xmlns:a16="http://schemas.microsoft.com/office/drawing/2014/main" id="{5179FF7A-9BC5-4435-B3A0-4E5204EB2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21945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cxnSp>
        <p:nvCxnSpPr>
          <p:cNvPr id="448" name=""/>
          <p:cNvCxnSpPr>
            <a:stCxn xmlns:a="http://schemas.openxmlformats.org/drawingml/2006/main" id="109" idx="3"/>
            <a:endCxn xmlns:a="http://schemas.openxmlformats.org/drawingml/2006/main" id="110" idx="1"/>
          </p:cNvCxnSpPr>
          <p:nvPr/>
        </p:nvCxnSpPr>
        <p:spPr>
          <a:xfrm xmlns:a="http://schemas.openxmlformats.org/drawingml/2006/main">
            <a:off x="6457950" y="3224213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2166B0"/>
            </a:solidFill>
            <a:prstDash val="solid"/>
            <a:tailEnd type="none" w="sm" len="sm"/>
          </a:ln>
        </p:spPr>
      </p:cxnSp>
      <p:sp>
        <p:nvSpPr>
          <p:cNvPr id="112" name="shape-111">
            <a:extLst xmlns:a="http://schemas.openxmlformats.org/drawingml/2006/main">
              <a:ext uri="{FF2B5EF4-FFF2-40B4-BE49-F238E27FC236}">
                <a16:creationId xmlns:a16="http://schemas.microsoft.com/office/drawing/2014/main" id="{35536CF7-3EBA-4621-B006-E1D18EBEC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21945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sp>
        <p:nvSpPr>
          <p:cNvPr id="113" name="shape-112">
            <a:extLst xmlns:a="http://schemas.openxmlformats.org/drawingml/2006/main">
              <a:ext uri="{FF2B5EF4-FFF2-40B4-BE49-F238E27FC236}">
                <a16:creationId xmlns:a16="http://schemas.microsoft.com/office/drawing/2014/main" id="{E3137DE6-F055-4BC8-A221-814B2CA28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8605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cxnSp>
        <p:nvCxnSpPr>
          <p:cNvPr id="451" name=""/>
          <p:cNvCxnSpPr>
            <a:stCxn xmlns:a="http://schemas.openxmlformats.org/drawingml/2006/main" id="112" idx="0"/>
            <a:endCxn xmlns:a="http://schemas.openxmlformats.org/drawingml/2006/main" id="113" idx="2"/>
          </p:cNvCxnSpPr>
          <p:nvPr/>
        </p:nvCxnSpPr>
        <p:spPr>
          <a:xfrm xmlns:a="http://schemas.openxmlformats.org/drawingml/2006/main" flipV="1">
            <a:off x="6577013" y="2695575"/>
            <a:ext cx="0" cy="523875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2166B0"/>
            </a:solidFill>
            <a:prstDash val="solid"/>
            <a:tailEnd type="none" w="sm" len="sm"/>
          </a:ln>
        </p:spPr>
      </p:cxnSp>
      <p:sp>
        <p:nvSpPr>
          <p:cNvPr id="115" name="shape-114">
            <a:extLst xmlns:a="http://schemas.openxmlformats.org/drawingml/2006/main">
              <a:ext uri="{FF2B5EF4-FFF2-40B4-BE49-F238E27FC236}">
                <a16:creationId xmlns:a16="http://schemas.microsoft.com/office/drawing/2014/main" id="{2D706E12-4DBA-4609-B84A-B51357BDF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8605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sp>
        <p:nvSpPr>
          <p:cNvPr id="116" name="shape-115">
            <a:extLst xmlns:a="http://schemas.openxmlformats.org/drawingml/2006/main">
              <a:ext uri="{FF2B5EF4-FFF2-40B4-BE49-F238E27FC236}">
                <a16:creationId xmlns:a16="http://schemas.microsoft.com/office/drawing/2014/main" id="{7D2024E9-3BD7-455F-A4ED-760E17F06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68605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cxnSp>
        <p:nvCxnSpPr>
          <p:cNvPr id="454" name=""/>
          <p:cNvCxnSpPr>
            <a:stCxn xmlns:a="http://schemas.openxmlformats.org/drawingml/2006/main" id="115" idx="3"/>
            <a:endCxn xmlns:a="http://schemas.openxmlformats.org/drawingml/2006/main" id="116" idx="1"/>
          </p:cNvCxnSpPr>
          <p:nvPr/>
        </p:nvCxnSpPr>
        <p:spPr>
          <a:xfrm xmlns:a="http://schemas.openxmlformats.org/drawingml/2006/main">
            <a:off x="6581775" y="2690813"/>
            <a:ext cx="409575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2166B0"/>
            </a:solidFill>
            <a:prstDash val="solid"/>
            <a:tailEnd type="triangle" w="sm" len="sm"/>
          </a:ln>
        </p:spPr>
      </p:cxnSp>
      <p:sp>
        <p:nvSpPr>
          <p:cNvPr id="118" name="shape-117">
            <a:extLst xmlns:a="http://schemas.openxmlformats.org/drawingml/2006/main">
              <a:ext uri="{FF2B5EF4-FFF2-40B4-BE49-F238E27FC236}">
                <a16:creationId xmlns:a16="http://schemas.microsoft.com/office/drawing/2014/main" id="{D2D31187-E558-446F-8D3C-720B41548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68605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sp>
        <p:nvSpPr>
          <p:cNvPr id="119" name="shape-118">
            <a:extLst xmlns:a="http://schemas.openxmlformats.org/drawingml/2006/main">
              <a:ext uri="{FF2B5EF4-FFF2-40B4-BE49-F238E27FC236}">
                <a16:creationId xmlns:a16="http://schemas.microsoft.com/office/drawing/2014/main" id="{9332F21F-385B-484C-9CDE-3F51CB3D7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268605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cxnSp>
        <p:nvCxnSpPr>
          <p:cNvPr id="457" name=""/>
          <p:cNvCxnSpPr>
            <a:stCxn xmlns:a="http://schemas.openxmlformats.org/drawingml/2006/main" id="118" idx="3"/>
            <a:endCxn xmlns:a="http://schemas.openxmlformats.org/drawingml/2006/main" id="119" idx="1"/>
          </p:cNvCxnSpPr>
          <p:nvPr/>
        </p:nvCxnSpPr>
        <p:spPr>
          <a:xfrm xmlns:a="http://schemas.openxmlformats.org/drawingml/2006/main">
            <a:off x="7439025" y="2690813"/>
            <a:ext cx="1028700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2166B0"/>
            </a:solidFill>
            <a:prstDash val="solid"/>
            <a:tailEnd type="triangle" w="sm" len="sm"/>
          </a:ln>
        </p:spPr>
      </p:cxnSp>
      <p:sp>
        <p:nvSpPr>
          <p:cNvPr id="121" name="text-120">
            <a:extLst xmlns:a="http://schemas.openxmlformats.org/drawingml/2006/main">
              <a:ext uri="{FF2B5EF4-FFF2-40B4-BE49-F238E27FC236}">
                <a16:creationId xmlns:a16="http://schemas.microsoft.com/office/drawing/2014/main" id="{9FD3B039-5483-40B0-A101-EE0246628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81250"/>
            <a:ext cx="8286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47D9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647D99"/>
                </a:solidFill>
                <a:latin typeface="Hiragino Sans GB"/>
                <a:ea typeface="Hiragino Sans GB"/>
                <a:cs typeface="Hiragino Sans GB"/>
              </a:rPr>
              <a:t>skillId</a:t>
            </a:r>
          </a:p>
        </p:txBody>
      </p:sp>
      <p:sp>
        <p:nvSpPr>
          <p:cNvPr id="122" name="glyph-roundRect-121">
            <a:extLst xmlns:a="http://schemas.openxmlformats.org/drawingml/2006/main">
              <a:ext uri="{FF2B5EF4-FFF2-40B4-BE49-F238E27FC236}">
                <a16:creationId xmlns:a16="http://schemas.microsoft.com/office/drawing/2014/main" id="{2CCDD3D4-46C4-4924-8FAA-8D64F2ECC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381375"/>
            <a:ext cx="400050" cy="409575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3F7FD"/>
          </a:solidFill>
          <a:ln xmlns:a="http://schemas.openxmlformats.org/drawingml/2006/main" w="15240">
            <a:solidFill>
              <a:srgbClr val="163A63"/>
            </a:solidFill>
          </a:ln>
        </p:spPr>
      </p:sp>
      <p:sp>
        <p:nvSpPr>
          <p:cNvPr id="123" name="glyph-rect-122">
            <a:extLst xmlns:a="http://schemas.openxmlformats.org/drawingml/2006/main">
              <a:ext uri="{FF2B5EF4-FFF2-40B4-BE49-F238E27FC236}">
                <a16:creationId xmlns:a16="http://schemas.microsoft.com/office/drawing/2014/main" id="{EA4A507F-867C-440A-9E9D-0C8B72A71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9356" y="3438716"/>
            <a:ext cx="304038" cy="655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954">
            <a:solidFill>
              <a:srgbClr val="163A63"/>
            </a:solidFill>
          </a:ln>
        </p:spPr>
      </p:sp>
      <p:sp>
        <p:nvSpPr>
          <p:cNvPr id="124" name="glyph-ellipse-123">
            <a:extLst xmlns:a="http://schemas.openxmlformats.org/drawingml/2006/main">
              <a:ext uri="{FF2B5EF4-FFF2-40B4-BE49-F238E27FC236}">
                <a16:creationId xmlns:a16="http://schemas.microsoft.com/office/drawing/2014/main" id="{7E730801-B9B1-4E73-AB38-2AA334F59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1360" y="3459194"/>
            <a:ext cx="22003" cy="2200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166B0"/>
          </a:solidFill>
          <a:ln xmlns:a="http://schemas.openxmlformats.org/drawingml/2006/main" w="4763">
            <a:solidFill>
              <a:srgbClr val="2166B0"/>
            </a:solidFill>
          </a:ln>
        </p:spPr>
      </p:sp>
      <p:sp>
        <p:nvSpPr>
          <p:cNvPr id="125" name="line-124">
            <a:extLst xmlns:a="http://schemas.openxmlformats.org/drawingml/2006/main">
              <a:ext uri="{FF2B5EF4-FFF2-40B4-BE49-F238E27FC236}">
                <a16:creationId xmlns:a16="http://schemas.microsoft.com/office/drawing/2014/main" id="{81599041-60A2-4409-9FE0-77DF2ED93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3371" y="3471482"/>
            <a:ext cx="132017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63A63"/>
            </a:solidFill>
            <a:prstDash val="solid"/>
          </a:ln>
        </p:spPr>
      </p:sp>
      <p:sp>
        <p:nvSpPr>
          <p:cNvPr id="126" name="glyph-rect-125">
            <a:extLst xmlns:a="http://schemas.openxmlformats.org/drawingml/2006/main">
              <a:ext uri="{FF2B5EF4-FFF2-40B4-BE49-F238E27FC236}">
                <a16:creationId xmlns:a16="http://schemas.microsoft.com/office/drawing/2014/main" id="{7A167162-56CE-4DF5-8DC7-0E146E028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9356" y="3541109"/>
            <a:ext cx="304038" cy="655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954">
            <a:solidFill>
              <a:srgbClr val="163A63"/>
            </a:solidFill>
          </a:ln>
        </p:spPr>
      </p:sp>
      <p:sp>
        <p:nvSpPr>
          <p:cNvPr id="127" name="glyph-ellipse-126">
            <a:extLst xmlns:a="http://schemas.openxmlformats.org/drawingml/2006/main">
              <a:ext uri="{FF2B5EF4-FFF2-40B4-BE49-F238E27FC236}">
                <a16:creationId xmlns:a16="http://schemas.microsoft.com/office/drawing/2014/main" id="{45B81C0B-975E-4F49-B8BE-18B793D89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1360" y="3561588"/>
            <a:ext cx="22003" cy="2200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166B0"/>
          </a:solidFill>
          <a:ln xmlns:a="http://schemas.openxmlformats.org/drawingml/2006/main" w="4763">
            <a:solidFill>
              <a:srgbClr val="2166B0"/>
            </a:solidFill>
          </a:ln>
        </p:spPr>
      </p:sp>
      <p:sp>
        <p:nvSpPr>
          <p:cNvPr id="128" name="line-127">
            <a:extLst xmlns:a="http://schemas.openxmlformats.org/drawingml/2006/main">
              <a:ext uri="{FF2B5EF4-FFF2-40B4-BE49-F238E27FC236}">
                <a16:creationId xmlns:a16="http://schemas.microsoft.com/office/drawing/2014/main" id="{EFA32D8A-0B3C-4ECE-BFF8-318485660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3371" y="3573875"/>
            <a:ext cx="132017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63A63"/>
            </a:solidFill>
            <a:prstDash val="solid"/>
          </a:ln>
        </p:spPr>
      </p:sp>
      <p:sp>
        <p:nvSpPr>
          <p:cNvPr id="129" name="glyph-rect-128">
            <a:extLst xmlns:a="http://schemas.openxmlformats.org/drawingml/2006/main">
              <a:ext uri="{FF2B5EF4-FFF2-40B4-BE49-F238E27FC236}">
                <a16:creationId xmlns:a16="http://schemas.microsoft.com/office/drawing/2014/main" id="{7488B4CC-4013-40D9-B3E1-88814494D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9356" y="3643503"/>
            <a:ext cx="304038" cy="655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0954">
            <a:solidFill>
              <a:srgbClr val="163A63"/>
            </a:solidFill>
          </a:ln>
        </p:spPr>
      </p:sp>
      <p:sp>
        <p:nvSpPr>
          <p:cNvPr id="130" name="glyph-ellipse-129">
            <a:extLst xmlns:a="http://schemas.openxmlformats.org/drawingml/2006/main">
              <a:ext uri="{FF2B5EF4-FFF2-40B4-BE49-F238E27FC236}">
                <a16:creationId xmlns:a16="http://schemas.microsoft.com/office/drawing/2014/main" id="{43F77B11-6F42-4944-9721-F5060DFBE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1360" y="3663982"/>
            <a:ext cx="22003" cy="2200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166B0"/>
          </a:solidFill>
          <a:ln xmlns:a="http://schemas.openxmlformats.org/drawingml/2006/main" w="4763">
            <a:solidFill>
              <a:srgbClr val="2166B0"/>
            </a:solidFill>
          </a:ln>
        </p:spPr>
      </p:sp>
      <p:sp>
        <p:nvSpPr>
          <p:cNvPr id="131" name="line-130">
            <a:extLst xmlns:a="http://schemas.openxmlformats.org/drawingml/2006/main">
              <a:ext uri="{FF2B5EF4-FFF2-40B4-BE49-F238E27FC236}">
                <a16:creationId xmlns:a16="http://schemas.microsoft.com/office/drawing/2014/main" id="{81587095-A126-4A93-A478-9DE32EC33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3371" y="3676269"/>
            <a:ext cx="132017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63A63"/>
            </a:solidFill>
            <a:prstDash val="solid"/>
          </a:ln>
        </p:spPr>
      </p:sp>
      <p:sp>
        <p:nvSpPr>
          <p:cNvPr id="132" name="text-131">
            <a:extLst xmlns:a="http://schemas.openxmlformats.org/drawingml/2006/main">
              <a:ext uri="{FF2B5EF4-FFF2-40B4-BE49-F238E27FC236}">
                <a16:creationId xmlns:a16="http://schemas.microsoft.com/office/drawing/2014/main" id="{21113E58-D723-46AD-A89A-4FEF324C6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24225"/>
            <a:ext cx="16287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3A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1">
                <a:solidFill>
                  <a:srgbClr val="163A63"/>
                </a:solidFill>
                <a:latin typeface="Hiragino Sans GB"/>
                <a:ea typeface="Hiragino Sans GB"/>
                <a:cs typeface="Hiragino Sans GB"/>
              </a:rPr>
              <a:t>relayService</a:t>
            </a:r>
          </a:p>
        </p:txBody>
      </p:sp>
      <p:sp>
        <p:nvSpPr>
          <p:cNvPr id="133" name="text-132">
            <a:extLst xmlns:a="http://schemas.openxmlformats.org/drawingml/2006/main">
              <a:ext uri="{FF2B5EF4-FFF2-40B4-BE49-F238E27FC236}">
                <a16:creationId xmlns:a16="http://schemas.microsoft.com/office/drawing/2014/main" id="{23CC8781-C670-4AB3-BC94-F5187435D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00450"/>
            <a:ext cx="16287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7D9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647D99"/>
                </a:solidFill>
                <a:latin typeface="Hiragino Sans GB"/>
                <a:ea typeface="Hiragino Sans GB"/>
                <a:cs typeface="Hiragino Sans GB"/>
              </a:rPr>
              <a:t>意图路由 / 兜底</a:t>
            </a:r>
          </a:p>
        </p:txBody>
      </p:sp>
      <p:sp>
        <p:nvSpPr>
          <p:cNvPr id="134" name="shape-133">
            <a:extLst xmlns:a="http://schemas.openxmlformats.org/drawingml/2006/main">
              <a:ext uri="{FF2B5EF4-FFF2-40B4-BE49-F238E27FC236}">
                <a16:creationId xmlns:a16="http://schemas.microsoft.com/office/drawing/2014/main" id="{4153994F-8212-4F41-9C79-915EBB827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21945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sp>
        <p:nvSpPr>
          <p:cNvPr id="135" name="shape-134">
            <a:extLst xmlns:a="http://schemas.openxmlformats.org/drawingml/2006/main">
              <a:ext uri="{FF2B5EF4-FFF2-40B4-BE49-F238E27FC236}">
                <a16:creationId xmlns:a16="http://schemas.microsoft.com/office/drawing/2014/main" id="{2B2DFA41-3FBB-4902-8DE0-762CD32CC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814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cxnSp>
        <p:nvCxnSpPr>
          <p:cNvPr id="473" name=""/>
          <p:cNvCxnSpPr>
            <a:stCxn xmlns:a="http://schemas.openxmlformats.org/drawingml/2006/main" id="134" idx="2"/>
            <a:endCxn xmlns:a="http://schemas.openxmlformats.org/drawingml/2006/main" id="135" idx="0"/>
          </p:cNvCxnSpPr>
          <p:nvPr/>
        </p:nvCxnSpPr>
        <p:spPr>
          <a:xfrm xmlns:a="http://schemas.openxmlformats.org/drawingml/2006/main">
            <a:off x="6577013" y="3228975"/>
            <a:ext cx="0" cy="352425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2166B0"/>
            </a:solidFill>
            <a:prstDash val="solid"/>
            <a:tailEnd type="none" w="sm" len="sm"/>
          </a:ln>
        </p:spPr>
      </p:cxnSp>
      <p:sp>
        <p:nvSpPr>
          <p:cNvPr id="137" name="shape-136">
            <a:extLst xmlns:a="http://schemas.openxmlformats.org/drawingml/2006/main">
              <a:ext uri="{FF2B5EF4-FFF2-40B4-BE49-F238E27FC236}">
                <a16:creationId xmlns:a16="http://schemas.microsoft.com/office/drawing/2014/main" id="{48A43584-586E-4CC8-BD4A-5C50F3880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814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sp>
        <p:nvSpPr>
          <p:cNvPr id="138" name="shape-137">
            <a:extLst xmlns:a="http://schemas.openxmlformats.org/drawingml/2006/main">
              <a:ext uri="{FF2B5EF4-FFF2-40B4-BE49-F238E27FC236}">
                <a16:creationId xmlns:a16="http://schemas.microsoft.com/office/drawing/2014/main" id="{E8E171D2-1D96-48DB-8018-830731447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5814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cxnSp>
        <p:nvCxnSpPr>
          <p:cNvPr id="476" name=""/>
          <p:cNvCxnSpPr>
            <a:stCxn xmlns:a="http://schemas.openxmlformats.org/drawingml/2006/main" id="137" idx="3"/>
            <a:endCxn xmlns:a="http://schemas.openxmlformats.org/drawingml/2006/main" id="138" idx="1"/>
          </p:cNvCxnSpPr>
          <p:nvPr/>
        </p:nvCxnSpPr>
        <p:spPr>
          <a:xfrm xmlns:a="http://schemas.openxmlformats.org/drawingml/2006/main">
            <a:off x="6581775" y="3586163"/>
            <a:ext cx="409575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2166B0"/>
            </a:solidFill>
            <a:prstDash val="solid"/>
            <a:tailEnd type="triangle" w="sm" len="sm"/>
          </a:ln>
        </p:spPr>
      </p:cxnSp>
      <p:sp>
        <p:nvSpPr>
          <p:cNvPr id="140" name="shape-139">
            <a:extLst xmlns:a="http://schemas.openxmlformats.org/drawingml/2006/main">
              <a:ext uri="{FF2B5EF4-FFF2-40B4-BE49-F238E27FC236}">
                <a16:creationId xmlns:a16="http://schemas.microsoft.com/office/drawing/2014/main" id="{CB76CC3A-2D95-4DF3-A985-2FF687EBA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27051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sp>
        <p:nvSpPr>
          <p:cNvPr id="141" name="shape-140">
            <a:extLst xmlns:a="http://schemas.openxmlformats.org/drawingml/2006/main">
              <a:ext uri="{FF2B5EF4-FFF2-40B4-BE49-F238E27FC236}">
                <a16:creationId xmlns:a16="http://schemas.microsoft.com/office/drawing/2014/main" id="{53FE9B7A-5036-44CF-9709-72DC6A307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27051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cxnSp>
        <p:nvCxnSpPr>
          <p:cNvPr id="479" name=""/>
          <p:cNvCxnSpPr>
            <a:stCxn xmlns:a="http://schemas.openxmlformats.org/drawingml/2006/main" id="140" idx="3"/>
            <a:endCxn xmlns:a="http://schemas.openxmlformats.org/drawingml/2006/main" id="141" idx="1"/>
          </p:cNvCxnSpPr>
          <p:nvPr/>
        </p:nvCxnSpPr>
        <p:spPr>
          <a:xfrm xmlns:a="http://schemas.openxmlformats.org/drawingml/2006/main">
            <a:off x="9829800" y="2709863"/>
            <a:ext cx="161925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2166B0"/>
            </a:solidFill>
            <a:prstDash val="solid"/>
            <a:tailEnd type="none" w="sm" len="sm"/>
          </a:ln>
        </p:spPr>
      </p:cxnSp>
      <p:sp>
        <p:nvSpPr>
          <p:cNvPr id="143" name="shape-142">
            <a:extLst xmlns:a="http://schemas.openxmlformats.org/drawingml/2006/main">
              <a:ext uri="{FF2B5EF4-FFF2-40B4-BE49-F238E27FC236}">
                <a16:creationId xmlns:a16="http://schemas.microsoft.com/office/drawing/2014/main" id="{D1412ED4-63CF-445C-8210-BEE5DD0F5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27051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sp>
        <p:nvSpPr>
          <p:cNvPr id="144" name="shape-143">
            <a:extLst xmlns:a="http://schemas.openxmlformats.org/drawingml/2006/main">
              <a:ext uri="{FF2B5EF4-FFF2-40B4-BE49-F238E27FC236}">
                <a16:creationId xmlns:a16="http://schemas.microsoft.com/office/drawing/2014/main" id="{CFE50680-588F-437B-AA6A-2FFDEABD5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428625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cxnSp>
        <p:nvCxnSpPr>
          <p:cNvPr id="482" name=""/>
          <p:cNvCxnSpPr>
            <a:stCxn xmlns:a="http://schemas.openxmlformats.org/drawingml/2006/main" id="143" idx="2"/>
            <a:endCxn xmlns:a="http://schemas.openxmlformats.org/drawingml/2006/main" id="144" idx="0"/>
          </p:cNvCxnSpPr>
          <p:nvPr/>
        </p:nvCxnSpPr>
        <p:spPr>
          <a:xfrm xmlns:a="http://schemas.openxmlformats.org/drawingml/2006/main">
            <a:off x="9996488" y="2714625"/>
            <a:ext cx="0" cy="1571625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2166B0"/>
            </a:solidFill>
            <a:prstDash val="solid"/>
            <a:tailEnd type="none" w="sm" len="sm"/>
          </a:ln>
        </p:spPr>
      </p:cxnSp>
      <p:sp>
        <p:nvSpPr>
          <p:cNvPr id="146" name="shape-145">
            <a:extLst xmlns:a="http://schemas.openxmlformats.org/drawingml/2006/main">
              <a:ext uri="{FF2B5EF4-FFF2-40B4-BE49-F238E27FC236}">
                <a16:creationId xmlns:a16="http://schemas.microsoft.com/office/drawing/2014/main" id="{A2C84A7B-3531-4079-AC2D-0B772574A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428625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sp>
        <p:nvSpPr>
          <p:cNvPr id="147" name="shape-146">
            <a:extLst xmlns:a="http://schemas.openxmlformats.org/drawingml/2006/main">
              <a:ext uri="{FF2B5EF4-FFF2-40B4-BE49-F238E27FC236}">
                <a16:creationId xmlns:a16="http://schemas.microsoft.com/office/drawing/2014/main" id="{BCC5F8F6-6052-4BF0-838C-58F84D54F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428625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cxnSp>
        <p:nvCxnSpPr>
          <p:cNvPr id="485" name=""/>
          <p:cNvCxnSpPr>
            <a:stCxn xmlns:a="http://schemas.openxmlformats.org/drawingml/2006/main" id="146" idx="1"/>
            <a:endCxn xmlns:a="http://schemas.openxmlformats.org/drawingml/2006/main" id="147" idx="3"/>
          </p:cNvCxnSpPr>
          <p:nvPr/>
        </p:nvCxnSpPr>
        <p:spPr>
          <a:xfrm xmlns:a="http://schemas.openxmlformats.org/drawingml/2006/main" flipH="1">
            <a:off x="9610725" y="4291013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2166B0"/>
            </a:solidFill>
            <a:prstDash val="solid"/>
            <a:tailEnd type="none" w="sm" len="sm"/>
          </a:ln>
        </p:spPr>
      </p:cxnSp>
      <p:sp>
        <p:nvSpPr>
          <p:cNvPr id="149" name="shape-148">
            <a:extLst xmlns:a="http://schemas.openxmlformats.org/drawingml/2006/main">
              <a:ext uri="{FF2B5EF4-FFF2-40B4-BE49-F238E27FC236}">
                <a16:creationId xmlns:a16="http://schemas.microsoft.com/office/drawing/2014/main" id="{D0B1BAEB-770C-4069-8BD1-2BCE16D1F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428625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sp>
        <p:nvSpPr>
          <p:cNvPr id="150" name="shape-149">
            <a:extLst xmlns:a="http://schemas.openxmlformats.org/drawingml/2006/main">
              <a:ext uri="{FF2B5EF4-FFF2-40B4-BE49-F238E27FC236}">
                <a16:creationId xmlns:a16="http://schemas.microsoft.com/office/drawing/2014/main" id="{91EE9CAC-5CA5-487F-A4EB-49C2EE754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451485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cxnSp>
        <p:nvCxnSpPr>
          <p:cNvPr id="488" name=""/>
          <p:cNvCxnSpPr>
            <a:stCxn xmlns:a="http://schemas.openxmlformats.org/drawingml/2006/main" id="149" idx="2"/>
            <a:endCxn xmlns:a="http://schemas.openxmlformats.org/drawingml/2006/main" id="150" idx="0"/>
          </p:cNvCxnSpPr>
          <p:nvPr/>
        </p:nvCxnSpPr>
        <p:spPr>
          <a:xfrm xmlns:a="http://schemas.openxmlformats.org/drawingml/2006/main">
            <a:off x="9605963" y="4295775"/>
            <a:ext cx="0" cy="219075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2166B0"/>
            </a:solidFill>
            <a:prstDash val="solid"/>
            <a:tailEnd type="triangle" w="sm" len="sm"/>
          </a:ln>
        </p:spPr>
      </p:cxnSp>
      <p:sp>
        <p:nvSpPr>
          <p:cNvPr id="152" name="shape-151">
            <a:extLst xmlns:a="http://schemas.openxmlformats.org/drawingml/2006/main">
              <a:ext uri="{FF2B5EF4-FFF2-40B4-BE49-F238E27FC236}">
                <a16:creationId xmlns:a16="http://schemas.microsoft.com/office/drawing/2014/main" id="{36143825-8E43-4E82-B6E4-E98B6B1DF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5814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sp>
        <p:nvSpPr>
          <p:cNvPr id="153" name="shape-152">
            <a:extLst xmlns:a="http://schemas.openxmlformats.org/drawingml/2006/main">
              <a:ext uri="{FF2B5EF4-FFF2-40B4-BE49-F238E27FC236}">
                <a16:creationId xmlns:a16="http://schemas.microsoft.com/office/drawing/2014/main" id="{721BAC12-C7BC-4E18-B91B-555C53704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35814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cxnSp>
        <p:nvCxnSpPr>
          <p:cNvPr id="491" name=""/>
          <p:cNvCxnSpPr>
            <a:stCxn xmlns:a="http://schemas.openxmlformats.org/drawingml/2006/main" id="152" idx="3"/>
            <a:endCxn xmlns:a="http://schemas.openxmlformats.org/drawingml/2006/main" id="153" idx="1"/>
          </p:cNvCxnSpPr>
          <p:nvPr/>
        </p:nvCxnSpPr>
        <p:spPr>
          <a:xfrm xmlns:a="http://schemas.openxmlformats.org/drawingml/2006/main">
            <a:off x="9248775" y="3586163"/>
            <a:ext cx="742950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2166B0"/>
            </a:solidFill>
            <a:prstDash val="solid"/>
            <a:tailEnd type="none" w="sm" len="sm"/>
          </a:ln>
        </p:spPr>
      </p:cxnSp>
      <p:sp>
        <p:nvSpPr>
          <p:cNvPr id="155" name="text-154">
            <a:extLst xmlns:a="http://schemas.openxmlformats.org/drawingml/2006/main">
              <a:ext uri="{FF2B5EF4-FFF2-40B4-BE49-F238E27FC236}">
                <a16:creationId xmlns:a16="http://schemas.microsoft.com/office/drawing/2014/main" id="{88813051-1589-4B8A-9289-7107C1744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848100"/>
            <a:ext cx="3124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166B0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2166B0"/>
                </a:solidFill>
                <a:latin typeface="Hiragino Sans GB"/>
                <a:ea typeface="Hiragino Sans GB"/>
                <a:cs typeface="Hiragino Sans GB"/>
              </a:rPr>
              <a:t>确认契约版本 / 输出上限 / 取消</a:t>
            </a:r>
          </a:p>
        </p:txBody>
      </p:sp>
      <p:sp>
        <p:nvSpPr>
          <p:cNvPr id="156" name="text-155">
            <a:extLst xmlns:a="http://schemas.openxmlformats.org/drawingml/2006/main">
              <a:ext uri="{FF2B5EF4-FFF2-40B4-BE49-F238E27FC236}">
                <a16:creationId xmlns:a16="http://schemas.microsoft.com/office/drawing/2014/main" id="{141C5D84-2C5F-412E-AC71-187176869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07670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166B0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2166B0"/>
                </a:solidFill>
                <a:latin typeface="Hiragino Sans GB"/>
                <a:ea typeface="Hiragino Sans GB"/>
                <a:cs typeface="Hiragino Sans GB"/>
              </a:rPr>
              <a:t>⑤ 解析/序列化任务调度</a:t>
            </a:r>
          </a:p>
        </p:txBody>
      </p:sp>
      <p:sp>
        <p:nvSpPr>
          <p:cNvPr id="157" name="text-156">
            <a:extLst xmlns:a="http://schemas.openxmlformats.org/drawingml/2006/main">
              <a:ext uri="{FF2B5EF4-FFF2-40B4-BE49-F238E27FC236}">
                <a16:creationId xmlns:a16="http://schemas.microsoft.com/office/drawing/2014/main" id="{F600D530-9356-4A33-BD14-B38FC69AD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4076700"/>
            <a:ext cx="2905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166B0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2166B0"/>
                </a:solidFill>
                <a:latin typeface="Hiragino Sans GB"/>
                <a:ea typeface="Hiragino Sans GB"/>
                <a:cs typeface="Hiragino Sans GB"/>
              </a:rPr>
              <a:t>④ 条数/字节背压</a:t>
            </a:r>
          </a:p>
        </p:txBody>
      </p:sp>
      <p:sp>
        <p:nvSpPr>
          <p:cNvPr id="158" name="text-157">
            <a:extLst xmlns:a="http://schemas.openxmlformats.org/drawingml/2006/main">
              <a:ext uri="{FF2B5EF4-FFF2-40B4-BE49-F238E27FC236}">
                <a16:creationId xmlns:a16="http://schemas.microsoft.com/office/drawing/2014/main" id="{0DD8133D-D59B-457A-A7F2-CD0FDF335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07670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166B0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2166B0"/>
                </a:solidFill>
                <a:latin typeface="Hiragino Sans GB"/>
                <a:ea typeface="Hiragino Sans GB"/>
                <a:cs typeface="Hiragino Sans GB"/>
              </a:rPr>
              <a:t>③ 按契约校验响应</a:t>
            </a:r>
          </a:p>
        </p:txBody>
      </p:sp>
      <p:sp>
        <p:nvSpPr>
          <p:cNvPr id="159" name="line-158">
            <a:extLst xmlns:a="http://schemas.openxmlformats.org/drawingml/2006/main">
              <a:ext uri="{FF2B5EF4-FFF2-40B4-BE49-F238E27FC236}">
                <a16:creationId xmlns:a16="http://schemas.microsoft.com/office/drawing/2014/main" id="{ADF1A112-AD39-4670-96E5-AFCD36D5E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457700"/>
            <a:ext cx="3000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9CEE5"/>
            </a:solidFill>
            <a:prstDash val="solid"/>
          </a:ln>
        </p:spPr>
      </p:sp>
      <p:sp>
        <p:nvSpPr>
          <p:cNvPr id="160" name="line-159">
            <a:extLst xmlns:a="http://schemas.openxmlformats.org/drawingml/2006/main">
              <a:ext uri="{FF2B5EF4-FFF2-40B4-BE49-F238E27FC236}">
                <a16:creationId xmlns:a16="http://schemas.microsoft.com/office/drawing/2014/main" id="{3FBFD0F3-FCD3-45BD-99BF-3C35AF7E7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4457700"/>
            <a:ext cx="2905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9CEE5"/>
            </a:solidFill>
            <a:prstDash val="solid"/>
          </a:ln>
        </p:spPr>
      </p:sp>
      <p:sp>
        <p:nvSpPr>
          <p:cNvPr id="161" name="line-160">
            <a:extLst xmlns:a="http://schemas.openxmlformats.org/drawingml/2006/main">
              <a:ext uri="{FF2B5EF4-FFF2-40B4-BE49-F238E27FC236}">
                <a16:creationId xmlns:a16="http://schemas.microsoft.com/office/drawing/2014/main" id="{E4DF1740-30FA-4596-B31E-E85281CA0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45770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9CEE5"/>
            </a:solidFill>
            <a:prstDash val="solid"/>
          </a:ln>
        </p:spPr>
      </p:sp>
      <p:sp>
        <p:nvSpPr>
          <p:cNvPr id="162" name="text-161">
            <a:extLst xmlns:a="http://schemas.openxmlformats.org/drawingml/2006/main">
              <a:ext uri="{FF2B5EF4-FFF2-40B4-BE49-F238E27FC236}">
                <a16:creationId xmlns:a16="http://schemas.microsoft.com/office/drawing/2014/main" id="{2CD8A194-8B7F-4527-889F-25002BB1C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572000"/>
            <a:ext cx="14382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63A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1">
                <a:solidFill>
                  <a:srgbClr val="163A63"/>
                </a:solidFill>
                <a:latin typeface="Hiragino Sans GB"/>
                <a:ea typeface="Hiragino Sans GB"/>
                <a:cs typeface="Hiragino Sans GB"/>
              </a:rPr>
              <a:t>执行总数 ≤ P</a:t>
            </a:r>
          </a:p>
        </p:txBody>
      </p:sp>
      <p:sp>
        <p:nvSpPr>
          <p:cNvPr id="163" name="text-162">
            <a:extLst xmlns:a="http://schemas.openxmlformats.org/drawingml/2006/main">
              <a:ext uri="{FF2B5EF4-FFF2-40B4-BE49-F238E27FC236}">
                <a16:creationId xmlns:a16="http://schemas.microsoft.com/office/drawing/2014/main" id="{06B064FB-B4EF-47E4-961C-4846B1BBD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5025" y="4572000"/>
            <a:ext cx="14097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63A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1">
                <a:solidFill>
                  <a:srgbClr val="163A63"/>
                </a:solidFill>
                <a:latin typeface="Hiragino Sans GB"/>
                <a:ea typeface="Hiragino Sans GB"/>
                <a:cs typeface="Hiragino Sans GB"/>
              </a:rPr>
              <a:t>等待总数 ≤ Q</a:t>
            </a:r>
          </a:p>
        </p:txBody>
      </p:sp>
      <p:sp>
        <p:nvSpPr>
          <p:cNvPr id="164" name="shape-163">
            <a:extLst xmlns:a="http://schemas.openxmlformats.org/drawingml/2006/main">
              <a:ext uri="{FF2B5EF4-FFF2-40B4-BE49-F238E27FC236}">
                <a16:creationId xmlns:a16="http://schemas.microsoft.com/office/drawing/2014/main" id="{EA052B99-4CE6-46ED-AB9B-25E82DC6A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905375"/>
            <a:ext cx="132397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66B0"/>
          </a:solidFill>
          <a:ln xmlns:a="http://schemas.openxmlformats.org/drawingml/2006/main" w="11906">
            <a:solidFill>
              <a:srgbClr val="2166B0"/>
            </a:solidFill>
          </a:ln>
        </p:spPr>
      </p:sp>
      <p:sp>
        <p:nvSpPr>
          <p:cNvPr id="165" name="text-164">
            <a:extLst xmlns:a="http://schemas.openxmlformats.org/drawingml/2006/main">
              <a:ext uri="{FF2B5EF4-FFF2-40B4-BE49-F238E27FC236}">
                <a16:creationId xmlns:a16="http://schemas.microsoft.com/office/drawing/2014/main" id="{DAA469B9-4643-42F1-90E0-1C60CCC15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924425"/>
            <a:ext cx="12477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A1 处理中</a:t>
            </a:r>
          </a:p>
        </p:txBody>
      </p:sp>
      <p:sp>
        <p:nvSpPr>
          <p:cNvPr id="166" name="shape-165">
            <a:extLst xmlns:a="http://schemas.openxmlformats.org/drawingml/2006/main">
              <a:ext uri="{FF2B5EF4-FFF2-40B4-BE49-F238E27FC236}">
                <a16:creationId xmlns:a16="http://schemas.microsoft.com/office/drawing/2014/main" id="{A7C302DA-031A-4CB9-8034-59060FA1D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334000"/>
            <a:ext cx="132397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66B0"/>
          </a:solidFill>
          <a:ln xmlns:a="http://schemas.openxmlformats.org/drawingml/2006/main" w="11906">
            <a:solidFill>
              <a:srgbClr val="2166B0"/>
            </a:solidFill>
          </a:ln>
        </p:spPr>
      </p:sp>
      <p:sp>
        <p:nvSpPr>
          <p:cNvPr id="167" name="text-166">
            <a:extLst xmlns:a="http://schemas.openxmlformats.org/drawingml/2006/main">
              <a:ext uri="{FF2B5EF4-FFF2-40B4-BE49-F238E27FC236}">
                <a16:creationId xmlns:a16="http://schemas.microsoft.com/office/drawing/2014/main" id="{29DA6772-0475-4886-8549-AB801D22C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5353050"/>
            <a:ext cx="12477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B1 处理中</a:t>
            </a:r>
          </a:p>
        </p:txBody>
      </p:sp>
      <p:sp>
        <p:nvSpPr>
          <p:cNvPr id="168" name="shape-167">
            <a:extLst xmlns:a="http://schemas.openxmlformats.org/drawingml/2006/main">
              <a:ext uri="{FF2B5EF4-FFF2-40B4-BE49-F238E27FC236}">
                <a16:creationId xmlns:a16="http://schemas.microsoft.com/office/drawing/2014/main" id="{A239D7BD-EDB4-4871-98E7-7D6FB85DD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4905375"/>
            <a:ext cx="4953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D"/>
          </a:solidFill>
          <a:ln xmlns:a="http://schemas.openxmlformats.org/drawingml/2006/main" w="11906">
            <a:solidFill>
              <a:srgbClr val="2166B0"/>
            </a:solidFill>
          </a:ln>
        </p:spPr>
      </p:sp>
      <p:sp>
        <p:nvSpPr>
          <p:cNvPr id="169" name="text-168">
            <a:extLst xmlns:a="http://schemas.openxmlformats.org/drawingml/2006/main">
              <a:ext uri="{FF2B5EF4-FFF2-40B4-BE49-F238E27FC236}">
                <a16:creationId xmlns:a16="http://schemas.microsoft.com/office/drawing/2014/main" id="{08D79CAD-80CA-4E60-9B17-28797D517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4924425"/>
            <a:ext cx="4191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63A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1">
                <a:solidFill>
                  <a:srgbClr val="163A63"/>
                </a:solidFill>
                <a:latin typeface="Hiragino Sans GB"/>
                <a:ea typeface="Hiragino Sans GB"/>
                <a:cs typeface="Hiragino Sans GB"/>
              </a:rPr>
              <a:t>A2</a:t>
            </a:r>
          </a:p>
        </p:txBody>
      </p:sp>
      <p:sp>
        <p:nvSpPr>
          <p:cNvPr id="170" name="shape-169">
            <a:extLst xmlns:a="http://schemas.openxmlformats.org/drawingml/2006/main">
              <a:ext uri="{FF2B5EF4-FFF2-40B4-BE49-F238E27FC236}">
                <a16:creationId xmlns:a16="http://schemas.microsoft.com/office/drawing/2014/main" id="{C6C763C3-ABC3-4CB6-8737-CE82A3976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4905375"/>
            <a:ext cx="4953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D"/>
          </a:solidFill>
          <a:ln xmlns:a="http://schemas.openxmlformats.org/drawingml/2006/main" w="11906">
            <a:solidFill>
              <a:srgbClr val="2166B0"/>
            </a:solidFill>
          </a:ln>
        </p:spPr>
      </p:sp>
      <p:sp>
        <p:nvSpPr>
          <p:cNvPr id="171" name="text-170">
            <a:extLst xmlns:a="http://schemas.openxmlformats.org/drawingml/2006/main">
              <a:ext uri="{FF2B5EF4-FFF2-40B4-BE49-F238E27FC236}">
                <a16:creationId xmlns:a16="http://schemas.microsoft.com/office/drawing/2014/main" id="{5B81177A-16F6-4D89-BF1F-6E65134BE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4924425"/>
            <a:ext cx="4191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63A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1">
                <a:solidFill>
                  <a:srgbClr val="163A63"/>
                </a:solidFill>
                <a:latin typeface="Hiragino Sans GB"/>
                <a:ea typeface="Hiragino Sans GB"/>
                <a:cs typeface="Hiragino Sans GB"/>
              </a:rPr>
              <a:t>A3</a:t>
            </a:r>
          </a:p>
        </p:txBody>
      </p:sp>
      <p:sp>
        <p:nvSpPr>
          <p:cNvPr id="172" name="shape-171">
            <a:extLst xmlns:a="http://schemas.openxmlformats.org/drawingml/2006/main">
              <a:ext uri="{FF2B5EF4-FFF2-40B4-BE49-F238E27FC236}">
                <a16:creationId xmlns:a16="http://schemas.microsoft.com/office/drawing/2014/main" id="{0562C573-DDE8-4730-AFBE-962A54675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5334000"/>
            <a:ext cx="4953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D"/>
          </a:solidFill>
          <a:ln xmlns:a="http://schemas.openxmlformats.org/drawingml/2006/main" w="11906">
            <a:solidFill>
              <a:srgbClr val="2166B0"/>
            </a:solidFill>
          </a:ln>
        </p:spPr>
      </p:sp>
      <p:sp>
        <p:nvSpPr>
          <p:cNvPr id="173" name="text-172">
            <a:extLst xmlns:a="http://schemas.openxmlformats.org/drawingml/2006/main">
              <a:ext uri="{FF2B5EF4-FFF2-40B4-BE49-F238E27FC236}">
                <a16:creationId xmlns:a16="http://schemas.microsoft.com/office/drawing/2014/main" id="{D1ECF3F1-392C-44E4-97A6-A0A16690F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353050"/>
            <a:ext cx="4191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63A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1">
                <a:solidFill>
                  <a:srgbClr val="163A63"/>
                </a:solidFill>
                <a:latin typeface="Hiragino Sans GB"/>
                <a:ea typeface="Hiragino Sans GB"/>
                <a:cs typeface="Hiragino Sans GB"/>
              </a:rPr>
              <a:t>B2</a:t>
            </a:r>
          </a:p>
        </p:txBody>
      </p:sp>
      <p:sp>
        <p:nvSpPr>
          <p:cNvPr id="174" name="shape-173">
            <a:extLst xmlns:a="http://schemas.openxmlformats.org/drawingml/2006/main">
              <a:ext uri="{FF2B5EF4-FFF2-40B4-BE49-F238E27FC236}">
                <a16:creationId xmlns:a16="http://schemas.microsoft.com/office/drawing/2014/main" id="{F435AB24-489D-4708-96C2-BD4AA2469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50673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sp>
        <p:nvSpPr>
          <p:cNvPr id="175" name="shape-174">
            <a:extLst xmlns:a="http://schemas.openxmlformats.org/drawingml/2006/main">
              <a:ext uri="{FF2B5EF4-FFF2-40B4-BE49-F238E27FC236}">
                <a16:creationId xmlns:a16="http://schemas.microsoft.com/office/drawing/2014/main" id="{B30D2D20-F84E-4FEE-A672-37886F36A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50673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cxnSp>
        <p:nvCxnSpPr>
          <p:cNvPr id="513" name=""/>
          <p:cNvCxnSpPr>
            <a:stCxn xmlns:a="http://schemas.openxmlformats.org/drawingml/2006/main" id="174" idx="1"/>
            <a:endCxn xmlns:a="http://schemas.openxmlformats.org/drawingml/2006/main" id="175" idx="3"/>
          </p:cNvCxnSpPr>
          <p:nvPr/>
        </p:nvCxnSpPr>
        <p:spPr>
          <a:xfrm xmlns:a="http://schemas.openxmlformats.org/drawingml/2006/main" flipH="1">
            <a:off x="2743200" y="5072063"/>
            <a:ext cx="257175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2166B0"/>
            </a:solidFill>
            <a:prstDash val="solid"/>
            <a:tailEnd type="triangle" w="sm" len="sm"/>
          </a:ln>
        </p:spPr>
      </p:cxnSp>
      <p:sp>
        <p:nvSpPr>
          <p:cNvPr id="177" name="shape-176">
            <a:extLst xmlns:a="http://schemas.openxmlformats.org/drawingml/2006/main">
              <a:ext uri="{FF2B5EF4-FFF2-40B4-BE49-F238E27FC236}">
                <a16:creationId xmlns:a16="http://schemas.microsoft.com/office/drawing/2014/main" id="{CEDC0C09-811F-413C-9DAC-028A91FA5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50673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sp>
        <p:nvSpPr>
          <p:cNvPr id="178" name="shape-177">
            <a:extLst xmlns:a="http://schemas.openxmlformats.org/drawingml/2006/main">
              <a:ext uri="{FF2B5EF4-FFF2-40B4-BE49-F238E27FC236}">
                <a16:creationId xmlns:a16="http://schemas.microsoft.com/office/drawing/2014/main" id="{2FE1C2D4-7015-47BA-AAEF-5F00A2A5D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50673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cxnSp>
        <p:nvCxnSpPr>
          <p:cNvPr id="516" name=""/>
          <p:cNvCxnSpPr>
            <a:stCxn xmlns:a="http://schemas.openxmlformats.org/drawingml/2006/main" id="177" idx="1"/>
            <a:endCxn xmlns:a="http://schemas.openxmlformats.org/drawingml/2006/main" id="178" idx="3"/>
          </p:cNvCxnSpPr>
          <p:nvPr/>
        </p:nvCxnSpPr>
        <p:spPr>
          <a:xfrm xmlns:a="http://schemas.openxmlformats.org/drawingml/2006/main" flipH="1">
            <a:off x="1857375" y="5072063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2166B0"/>
            </a:solidFill>
            <a:prstDash val="solid"/>
            <a:tailEnd type="triangle" w="sm" len="sm"/>
          </a:ln>
        </p:spPr>
      </p:cxnSp>
      <p:sp>
        <p:nvSpPr>
          <p:cNvPr id="180" name="shape-179">
            <a:extLst xmlns:a="http://schemas.openxmlformats.org/drawingml/2006/main">
              <a:ext uri="{FF2B5EF4-FFF2-40B4-BE49-F238E27FC236}">
                <a16:creationId xmlns:a16="http://schemas.microsoft.com/office/drawing/2014/main" id="{AA6E12A7-D50C-4514-B68B-9709E2C75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549592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sp>
        <p:nvSpPr>
          <p:cNvPr id="181" name="shape-180">
            <a:extLst xmlns:a="http://schemas.openxmlformats.org/drawingml/2006/main">
              <a:ext uri="{FF2B5EF4-FFF2-40B4-BE49-F238E27FC236}">
                <a16:creationId xmlns:a16="http://schemas.microsoft.com/office/drawing/2014/main" id="{A5B9EAAD-571D-4CB1-98F8-78180561B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549592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cxnSp>
        <p:nvCxnSpPr>
          <p:cNvPr id="519" name=""/>
          <p:cNvCxnSpPr>
            <a:stCxn xmlns:a="http://schemas.openxmlformats.org/drawingml/2006/main" id="180" idx="1"/>
            <a:endCxn xmlns:a="http://schemas.openxmlformats.org/drawingml/2006/main" id="181" idx="3"/>
          </p:cNvCxnSpPr>
          <p:nvPr/>
        </p:nvCxnSpPr>
        <p:spPr>
          <a:xfrm xmlns:a="http://schemas.openxmlformats.org/drawingml/2006/main" flipH="1">
            <a:off x="1857375" y="5500688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2166B0"/>
            </a:solidFill>
            <a:prstDash val="solid"/>
            <a:tailEnd type="triangle" w="sm" len="sm"/>
          </a:ln>
        </p:spPr>
      </p:cxnSp>
      <p:sp>
        <p:nvSpPr>
          <p:cNvPr id="183" name="text-182">
            <a:extLst xmlns:a="http://schemas.openxmlformats.org/drawingml/2006/main">
              <a:ext uri="{FF2B5EF4-FFF2-40B4-BE49-F238E27FC236}">
                <a16:creationId xmlns:a16="http://schemas.microsoft.com/office/drawing/2014/main" id="{5B2B06BD-5376-410A-9A69-CA2E4553A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772150"/>
            <a:ext cx="3000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166B0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1">
                <a:solidFill>
                  <a:srgbClr val="2166B0"/>
                </a:solidFill>
                <a:latin typeface="Hiragino Sans GB"/>
                <a:ea typeface="Hiragino Sans GB"/>
                <a:cs typeface="Hiragino Sans GB"/>
              </a:rPr>
              <a:t>每个Run同时最多执行1个任务</a:t>
            </a:r>
          </a:p>
        </p:txBody>
      </p:sp>
      <p:sp>
        <p:nvSpPr>
          <p:cNvPr id="184" name="text-183">
            <a:extLst xmlns:a="http://schemas.openxmlformats.org/drawingml/2006/main">
              <a:ext uri="{FF2B5EF4-FFF2-40B4-BE49-F238E27FC236}">
                <a16:creationId xmlns:a16="http://schemas.microsoft.com/office/drawing/2014/main" id="{EA650DE4-6EAA-4EA2-B11C-643EAB1D1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038850"/>
            <a:ext cx="3000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47D9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275" b="0">
                <a:solidFill>
                  <a:srgbClr val="647D99"/>
                </a:solidFill>
                <a:latin typeface="Hiragino Sans GB"/>
                <a:ea typeface="Hiragino Sans GB"/>
                <a:cs typeface="Hiragino Sans GB"/>
              </a:rPr>
              <a:t>A/B为Run，数字为帧序号（示意）</a:t>
            </a:r>
          </a:p>
        </p:txBody>
      </p:sp>
      <p:sp>
        <p:nvSpPr>
          <p:cNvPr id="185" name="shape-184">
            <a:extLst xmlns:a="http://schemas.openxmlformats.org/drawingml/2006/main">
              <a:ext uri="{FF2B5EF4-FFF2-40B4-BE49-F238E27FC236}">
                <a16:creationId xmlns:a16="http://schemas.microsoft.com/office/drawing/2014/main" id="{AA349F63-296F-4DCD-B5FD-68D837906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0673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sp>
        <p:nvSpPr>
          <p:cNvPr id="186" name="shape-185">
            <a:extLst xmlns:a="http://schemas.openxmlformats.org/drawingml/2006/main">
              <a:ext uri="{FF2B5EF4-FFF2-40B4-BE49-F238E27FC236}">
                <a16:creationId xmlns:a16="http://schemas.microsoft.com/office/drawing/2014/main" id="{61A73681-2194-4176-B0F0-6EC6F7627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0673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cxnSp>
        <p:nvCxnSpPr>
          <p:cNvPr id="524" name=""/>
          <p:cNvCxnSpPr>
            <a:stCxn xmlns:a="http://schemas.openxmlformats.org/drawingml/2006/main" id="185" idx="1"/>
            <a:endCxn xmlns:a="http://schemas.openxmlformats.org/drawingml/2006/main" id="186" idx="3"/>
          </p:cNvCxnSpPr>
          <p:nvPr/>
        </p:nvCxnSpPr>
        <p:spPr>
          <a:xfrm xmlns:a="http://schemas.openxmlformats.org/drawingml/2006/main" flipH="1">
            <a:off x="390525" y="5072063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2166B0"/>
            </a:solidFill>
            <a:prstDash val="solid"/>
            <a:tailEnd type="none" w="sm" len="sm"/>
          </a:ln>
        </p:spPr>
      </p:cxnSp>
      <p:sp>
        <p:nvSpPr>
          <p:cNvPr id="188" name="shape-187">
            <a:extLst xmlns:a="http://schemas.openxmlformats.org/drawingml/2006/main">
              <a:ext uri="{FF2B5EF4-FFF2-40B4-BE49-F238E27FC236}">
                <a16:creationId xmlns:a16="http://schemas.microsoft.com/office/drawing/2014/main" id="{EB341357-71BD-4CFC-9C00-567A77991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0673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sp>
        <p:nvSpPr>
          <p:cNvPr id="189" name="shape-188">
            <a:extLst xmlns:a="http://schemas.openxmlformats.org/drawingml/2006/main">
              <a:ext uri="{FF2B5EF4-FFF2-40B4-BE49-F238E27FC236}">
                <a16:creationId xmlns:a16="http://schemas.microsoft.com/office/drawing/2014/main" id="{F7446826-43A8-44E2-87A2-C53790FD2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17232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cxnSp>
        <p:nvCxnSpPr>
          <p:cNvPr id="527" name=""/>
          <p:cNvCxnSpPr>
            <a:stCxn xmlns:a="http://schemas.openxmlformats.org/drawingml/2006/main" id="188" idx="2"/>
            <a:endCxn xmlns:a="http://schemas.openxmlformats.org/drawingml/2006/main" id="189" idx="0"/>
          </p:cNvCxnSpPr>
          <p:nvPr/>
        </p:nvCxnSpPr>
        <p:spPr>
          <a:xfrm xmlns:a="http://schemas.openxmlformats.org/drawingml/2006/main">
            <a:off x="385763" y="5076825"/>
            <a:ext cx="0" cy="209550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2166B0"/>
            </a:solidFill>
            <a:prstDash val="solid"/>
            <a:tailEnd type="none" w="sm" len="sm"/>
          </a:ln>
        </p:spPr>
      </p:cxnSp>
      <p:sp>
        <p:nvSpPr>
          <p:cNvPr id="191" name="shape-190">
            <a:extLst xmlns:a="http://schemas.openxmlformats.org/drawingml/2006/main">
              <a:ext uri="{FF2B5EF4-FFF2-40B4-BE49-F238E27FC236}">
                <a16:creationId xmlns:a16="http://schemas.microsoft.com/office/drawing/2014/main" id="{245462A3-A8DD-43D4-8698-1E7B92516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17232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sp>
        <p:nvSpPr>
          <p:cNvPr id="192" name="shape-191">
            <a:extLst xmlns:a="http://schemas.openxmlformats.org/drawingml/2006/main">
              <a:ext uri="{FF2B5EF4-FFF2-40B4-BE49-F238E27FC236}">
                <a16:creationId xmlns:a16="http://schemas.microsoft.com/office/drawing/2014/main" id="{006D974F-F6DE-4432-AB9D-61DC0B739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717232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cxnSp>
        <p:nvCxnSpPr>
          <p:cNvPr id="530" name=""/>
          <p:cNvCxnSpPr>
            <a:stCxn xmlns:a="http://schemas.openxmlformats.org/drawingml/2006/main" id="191" idx="3"/>
            <a:endCxn xmlns:a="http://schemas.openxmlformats.org/drawingml/2006/main" id="192" idx="1"/>
          </p:cNvCxnSpPr>
          <p:nvPr/>
        </p:nvCxnSpPr>
        <p:spPr>
          <a:xfrm xmlns:a="http://schemas.openxmlformats.org/drawingml/2006/main">
            <a:off x="390525" y="7177088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2166B0"/>
            </a:solidFill>
            <a:prstDash val="solid"/>
            <a:tailEnd type="triangle" w="sm" len="sm"/>
          </a:ln>
        </p:spPr>
      </p:cxnSp>
      <p:sp>
        <p:nvSpPr>
          <p:cNvPr id="194" name="shape-193">
            <a:extLst xmlns:a="http://schemas.openxmlformats.org/drawingml/2006/main">
              <a:ext uri="{FF2B5EF4-FFF2-40B4-BE49-F238E27FC236}">
                <a16:creationId xmlns:a16="http://schemas.microsoft.com/office/drawing/2014/main" id="{F893D4E5-AD7A-47E0-8E67-D45084803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49592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sp>
        <p:nvSpPr>
          <p:cNvPr id="195" name="shape-194">
            <a:extLst xmlns:a="http://schemas.openxmlformats.org/drawingml/2006/main">
              <a:ext uri="{FF2B5EF4-FFF2-40B4-BE49-F238E27FC236}">
                <a16:creationId xmlns:a16="http://schemas.microsoft.com/office/drawing/2014/main" id="{445D4105-DDB1-44B6-B48B-97DAB4ECE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49592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cxnSp>
        <p:nvCxnSpPr>
          <p:cNvPr id="533" name=""/>
          <p:cNvCxnSpPr>
            <a:stCxn xmlns:a="http://schemas.openxmlformats.org/drawingml/2006/main" id="194" idx="1"/>
            <a:endCxn xmlns:a="http://schemas.openxmlformats.org/drawingml/2006/main" id="195" idx="3"/>
          </p:cNvCxnSpPr>
          <p:nvPr/>
        </p:nvCxnSpPr>
        <p:spPr>
          <a:xfrm xmlns:a="http://schemas.openxmlformats.org/drawingml/2006/main" flipH="1">
            <a:off x="390525" y="5500688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2166B0"/>
            </a:solidFill>
            <a:prstDash val="solid"/>
            <a:tailEnd type="none" w="sm" len="sm"/>
          </a:ln>
        </p:spPr>
      </p:cxnSp>
      <p:sp>
        <p:nvSpPr>
          <p:cNvPr id="197" name="text-196">
            <a:extLst xmlns:a="http://schemas.openxmlformats.org/drawingml/2006/main">
              <a:ext uri="{FF2B5EF4-FFF2-40B4-BE49-F238E27FC236}">
                <a16:creationId xmlns:a16="http://schemas.microsoft.com/office/drawing/2014/main" id="{3665A057-4354-4E8E-9C11-E64CC4D24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4572000"/>
            <a:ext cx="26574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63A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1">
                <a:solidFill>
                  <a:srgbClr val="163A63"/>
                </a:solidFill>
                <a:latin typeface="Hiragino Sans GB"/>
                <a:ea typeface="Hiragino Sans GB"/>
                <a:cs typeface="Hiragino Sans GB"/>
              </a:rPr>
              <a:t>驻留条数 N + 字节 B</a:t>
            </a:r>
          </a:p>
        </p:txBody>
      </p:sp>
      <p:sp>
        <p:nvSpPr>
          <p:cNvPr id="198" name="shape-197">
            <a:extLst xmlns:a="http://schemas.openxmlformats.org/drawingml/2006/main">
              <a:ext uri="{FF2B5EF4-FFF2-40B4-BE49-F238E27FC236}">
                <a16:creationId xmlns:a16="http://schemas.microsoft.com/office/drawing/2014/main" id="{6BF87293-C220-413B-9B0B-8D98768D4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495300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D"/>
          </a:solidFill>
          <a:ln xmlns:a="http://schemas.openxmlformats.org/drawingml/2006/main" w="11906">
            <a:solidFill>
              <a:srgbClr val="2166B0"/>
            </a:solidFill>
          </a:ln>
        </p:spPr>
      </p:sp>
      <p:sp>
        <p:nvSpPr>
          <p:cNvPr id="199" name="shape-198">
            <a:extLst xmlns:a="http://schemas.openxmlformats.org/drawingml/2006/main">
              <a:ext uri="{FF2B5EF4-FFF2-40B4-BE49-F238E27FC236}">
                <a16:creationId xmlns:a16="http://schemas.microsoft.com/office/drawing/2014/main" id="{DA324363-3D32-40E7-AD45-06941A724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95300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D"/>
          </a:solidFill>
          <a:ln xmlns:a="http://schemas.openxmlformats.org/drawingml/2006/main" w="11906">
            <a:solidFill>
              <a:srgbClr val="2166B0"/>
            </a:solidFill>
          </a:ln>
        </p:spPr>
      </p:sp>
      <p:sp>
        <p:nvSpPr>
          <p:cNvPr id="200" name="shape-199">
            <a:extLst xmlns:a="http://schemas.openxmlformats.org/drawingml/2006/main">
              <a:ext uri="{FF2B5EF4-FFF2-40B4-BE49-F238E27FC236}">
                <a16:creationId xmlns:a16="http://schemas.microsoft.com/office/drawing/2014/main" id="{F5812374-A909-491C-BB3A-F0B636AA3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495300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D"/>
          </a:solidFill>
          <a:ln xmlns:a="http://schemas.openxmlformats.org/drawingml/2006/main" w="11906">
            <a:solidFill>
              <a:srgbClr val="2166B0"/>
            </a:solidFill>
          </a:ln>
        </p:spPr>
      </p:sp>
      <p:sp>
        <p:nvSpPr>
          <p:cNvPr id="201" name="shape-200">
            <a:extLst xmlns:a="http://schemas.openxmlformats.org/drawingml/2006/main">
              <a:ext uri="{FF2B5EF4-FFF2-40B4-BE49-F238E27FC236}">
                <a16:creationId xmlns:a16="http://schemas.microsoft.com/office/drawing/2014/main" id="{130A6A82-E7C2-47C6-BAE2-7DB6C7BAD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95300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D"/>
          </a:solidFill>
          <a:ln xmlns:a="http://schemas.openxmlformats.org/drawingml/2006/main" w="11906">
            <a:solidFill>
              <a:srgbClr val="2166B0"/>
            </a:solidFill>
          </a:ln>
        </p:spPr>
      </p:sp>
      <p:sp>
        <p:nvSpPr>
          <p:cNvPr id="202" name="shape-201">
            <a:extLst xmlns:a="http://schemas.openxmlformats.org/drawingml/2006/main">
              <a:ext uri="{FF2B5EF4-FFF2-40B4-BE49-F238E27FC236}">
                <a16:creationId xmlns:a16="http://schemas.microsoft.com/office/drawing/2014/main" id="{F33E0D4A-47E9-4D41-B873-A10A14F35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495300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D"/>
          </a:solidFill>
          <a:ln xmlns:a="http://schemas.openxmlformats.org/drawingml/2006/main" w="11906">
            <a:solidFill>
              <a:srgbClr val="2166B0"/>
            </a:solidFill>
          </a:ln>
        </p:spPr>
      </p:sp>
      <p:sp>
        <p:nvSpPr>
          <p:cNvPr id="203" name="shape-202">
            <a:extLst xmlns:a="http://schemas.openxmlformats.org/drawingml/2006/main">
              <a:ext uri="{FF2B5EF4-FFF2-40B4-BE49-F238E27FC236}">
                <a16:creationId xmlns:a16="http://schemas.microsoft.com/office/drawing/2014/main" id="{7B7B1A5E-158B-415E-9BA4-5719058EE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95300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CFA"/>
          </a:solidFill>
          <a:ln xmlns:a="http://schemas.openxmlformats.org/drawingml/2006/main" w="11906">
            <a:solidFill>
              <a:srgbClr val="294F85"/>
            </a:solidFill>
          </a:ln>
        </p:spPr>
      </p:sp>
      <p:sp>
        <p:nvSpPr>
          <p:cNvPr id="204" name="shape-203">
            <a:extLst xmlns:a="http://schemas.openxmlformats.org/drawingml/2006/main">
              <a:ext uri="{FF2B5EF4-FFF2-40B4-BE49-F238E27FC236}">
                <a16:creationId xmlns:a16="http://schemas.microsoft.com/office/drawing/2014/main" id="{2FB6536B-6AC0-4270-89B1-526927E05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495300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CFA"/>
          </a:solidFill>
          <a:ln xmlns:a="http://schemas.openxmlformats.org/drawingml/2006/main" w="11906">
            <a:solidFill>
              <a:srgbClr val="294F85"/>
            </a:solidFill>
          </a:ln>
        </p:spPr>
      </p:sp>
      <p:sp>
        <p:nvSpPr>
          <p:cNvPr id="205" name="shape-204">
            <a:extLst xmlns:a="http://schemas.openxmlformats.org/drawingml/2006/main">
              <a:ext uri="{FF2B5EF4-FFF2-40B4-BE49-F238E27FC236}">
                <a16:creationId xmlns:a16="http://schemas.microsoft.com/office/drawing/2014/main" id="{9B35A954-95A6-4EB8-9E48-DE5BD91EA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95300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906">
            <a:solidFill>
              <a:srgbClr val="294F85"/>
            </a:solidFill>
          </a:ln>
        </p:spPr>
      </p:sp>
      <p:sp>
        <p:nvSpPr>
          <p:cNvPr id="206" name="line-205">
            <a:extLst xmlns:a="http://schemas.openxmlformats.org/drawingml/2006/main">
              <a:ext uri="{FF2B5EF4-FFF2-40B4-BE49-F238E27FC236}">
                <a16:creationId xmlns:a16="http://schemas.microsoft.com/office/drawing/2014/main" id="{B1AEE8BE-CA0B-498E-9174-E3ADDB0D5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325" y="4857750"/>
            <a:ext cx="0" cy="4857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2166B0"/>
            </a:solidFill>
            <a:prstDash val="dash"/>
          </a:ln>
        </p:spPr>
      </p:sp>
      <p:sp>
        <p:nvSpPr>
          <p:cNvPr id="207" name="line-206">
            <a:extLst xmlns:a="http://schemas.openxmlformats.org/drawingml/2006/main">
              <a:ext uri="{FF2B5EF4-FFF2-40B4-BE49-F238E27FC236}">
                <a16:creationId xmlns:a16="http://schemas.microsoft.com/office/drawing/2014/main" id="{21D5B83A-966F-4520-981C-AFD076572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857750"/>
            <a:ext cx="0" cy="4857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294F85"/>
            </a:solidFill>
            <a:prstDash val="dash"/>
          </a:ln>
        </p:spPr>
      </p:sp>
      <p:sp>
        <p:nvSpPr>
          <p:cNvPr id="208" name="text-207">
            <a:extLst xmlns:a="http://schemas.openxmlformats.org/drawingml/2006/main">
              <a:ext uri="{FF2B5EF4-FFF2-40B4-BE49-F238E27FC236}">
                <a16:creationId xmlns:a16="http://schemas.microsoft.com/office/drawing/2014/main" id="{F653B6D5-466D-4C1B-A2BF-7DBE19D81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362575"/>
            <a:ext cx="7905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166B0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425" b="1">
                <a:solidFill>
                  <a:srgbClr val="2166B0"/>
                </a:solidFill>
                <a:latin typeface="Hiragino Sans GB"/>
                <a:ea typeface="Hiragino Sans GB"/>
                <a:cs typeface="Hiragino Sans GB"/>
              </a:rPr>
              <a:t>H 暂停</a:t>
            </a:r>
          </a:p>
        </p:txBody>
      </p:sp>
      <p:sp>
        <p:nvSpPr>
          <p:cNvPr id="209" name="text-208">
            <a:extLst xmlns:a="http://schemas.openxmlformats.org/drawingml/2006/main">
              <a:ext uri="{FF2B5EF4-FFF2-40B4-BE49-F238E27FC236}">
                <a16:creationId xmlns:a16="http://schemas.microsoft.com/office/drawing/2014/main" id="{4D096DB0-C0FE-4A7B-98DD-D3CDF786B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362575"/>
            <a:ext cx="7715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94F8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425" b="1">
                <a:solidFill>
                  <a:srgbClr val="294F85"/>
                </a:solidFill>
                <a:latin typeface="Hiragino Sans GB"/>
                <a:ea typeface="Hiragino Sans GB"/>
                <a:cs typeface="Hiragino Sans GB"/>
              </a:rPr>
              <a:t>K 终止</a:t>
            </a:r>
          </a:p>
        </p:txBody>
      </p:sp>
      <p:sp>
        <p:nvSpPr>
          <p:cNvPr id="210" name="shape-209">
            <a:extLst xmlns:a="http://schemas.openxmlformats.org/drawingml/2006/main">
              <a:ext uri="{FF2B5EF4-FFF2-40B4-BE49-F238E27FC236}">
                <a16:creationId xmlns:a16="http://schemas.microsoft.com/office/drawing/2014/main" id="{17472633-8D80-4ED7-9FE1-D92D82091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561975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sp>
        <p:nvSpPr>
          <p:cNvPr id="211" name="shape-210">
            <a:extLst xmlns:a="http://schemas.openxmlformats.org/drawingml/2006/main">
              <a:ext uri="{FF2B5EF4-FFF2-40B4-BE49-F238E27FC236}">
                <a16:creationId xmlns:a16="http://schemas.microsoft.com/office/drawing/2014/main" id="{99BE84DE-5F20-4DB4-9D2A-AE3D5FD53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578167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cxnSp>
        <p:nvCxnSpPr>
          <p:cNvPr id="549" name=""/>
          <p:cNvCxnSpPr>
            <a:stCxn xmlns:a="http://schemas.openxmlformats.org/drawingml/2006/main" id="210" idx="2"/>
            <a:endCxn xmlns:a="http://schemas.openxmlformats.org/drawingml/2006/main" id="211" idx="0"/>
          </p:cNvCxnSpPr>
          <p:nvPr/>
        </p:nvCxnSpPr>
        <p:spPr>
          <a:xfrm xmlns:a="http://schemas.openxmlformats.org/drawingml/2006/main">
            <a:off x="5300663" y="5629275"/>
            <a:ext cx="0" cy="15240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2166B0"/>
            </a:solidFill>
            <a:prstDash val="solid"/>
            <a:tailEnd type="none" w="sm" len="sm"/>
          </a:ln>
        </p:spPr>
      </p:cxnSp>
      <p:sp>
        <p:nvSpPr>
          <p:cNvPr id="213" name="shape-212">
            <a:extLst xmlns:a="http://schemas.openxmlformats.org/drawingml/2006/main">
              <a:ext uri="{FF2B5EF4-FFF2-40B4-BE49-F238E27FC236}">
                <a16:creationId xmlns:a16="http://schemas.microsoft.com/office/drawing/2014/main" id="{83066BE2-6C5B-4804-B039-BC5CCE78A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578167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sp>
        <p:nvSpPr>
          <p:cNvPr id="214" name="shape-213">
            <a:extLst xmlns:a="http://schemas.openxmlformats.org/drawingml/2006/main">
              <a:ext uri="{FF2B5EF4-FFF2-40B4-BE49-F238E27FC236}">
                <a16:creationId xmlns:a16="http://schemas.microsoft.com/office/drawing/2014/main" id="{8769AC9D-B028-4B2E-9E54-AC39CB75C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578167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cxnSp>
        <p:nvCxnSpPr>
          <p:cNvPr id="552" name=""/>
          <p:cNvCxnSpPr>
            <a:stCxn xmlns:a="http://schemas.openxmlformats.org/drawingml/2006/main" id="213" idx="1"/>
            <a:endCxn xmlns:a="http://schemas.openxmlformats.org/drawingml/2006/main" id="214" idx="3"/>
          </p:cNvCxnSpPr>
          <p:nvPr/>
        </p:nvCxnSpPr>
        <p:spPr>
          <a:xfrm xmlns:a="http://schemas.openxmlformats.org/drawingml/2006/main" flipH="1">
            <a:off x="4333875" y="5786438"/>
            <a:ext cx="962025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2166B0"/>
            </a:solidFill>
            <a:prstDash val="solid"/>
            <a:tailEnd type="none" w="sm" len="sm"/>
          </a:ln>
        </p:spPr>
      </p:cxnSp>
      <p:sp>
        <p:nvSpPr>
          <p:cNvPr id="216" name="shape-215">
            <a:extLst xmlns:a="http://schemas.openxmlformats.org/drawingml/2006/main">
              <a:ext uri="{FF2B5EF4-FFF2-40B4-BE49-F238E27FC236}">
                <a16:creationId xmlns:a16="http://schemas.microsoft.com/office/drawing/2014/main" id="{CDEEFAE5-AD73-41EA-A8C7-18BE7C959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578167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sp>
        <p:nvSpPr>
          <p:cNvPr id="217" name="shape-216">
            <a:extLst xmlns:a="http://schemas.openxmlformats.org/drawingml/2006/main">
              <a:ext uri="{FF2B5EF4-FFF2-40B4-BE49-F238E27FC236}">
                <a16:creationId xmlns:a16="http://schemas.microsoft.com/office/drawing/2014/main" id="{AD152B39-9535-4751-BEDB-A1EF3252A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526732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cxnSp>
        <p:nvCxnSpPr>
          <p:cNvPr id="555" name=""/>
          <p:cNvCxnSpPr>
            <a:stCxn xmlns:a="http://schemas.openxmlformats.org/drawingml/2006/main" id="216" idx="0"/>
            <a:endCxn xmlns:a="http://schemas.openxmlformats.org/drawingml/2006/main" id="217" idx="2"/>
          </p:cNvCxnSpPr>
          <p:nvPr/>
        </p:nvCxnSpPr>
        <p:spPr>
          <a:xfrm xmlns:a="http://schemas.openxmlformats.org/drawingml/2006/main" flipV="1">
            <a:off x="4329113" y="5276850"/>
            <a:ext cx="0" cy="504825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2166B0"/>
            </a:solidFill>
            <a:prstDash val="solid"/>
            <a:tailEnd type="triangle" w="sm" len="sm"/>
          </a:ln>
        </p:spPr>
      </p:cxnSp>
      <p:sp>
        <p:nvSpPr>
          <p:cNvPr id="219" name="text-218">
            <a:extLst xmlns:a="http://schemas.openxmlformats.org/drawingml/2006/main">
              <a:ext uri="{FF2B5EF4-FFF2-40B4-BE49-F238E27FC236}">
                <a16:creationId xmlns:a16="http://schemas.microsoft.com/office/drawing/2014/main" id="{93C36F66-4D40-4946-A389-8DE03AEFD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5724525"/>
            <a:ext cx="13049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7D9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647D99"/>
                </a:solidFill>
                <a:latin typeface="Hiragino Sans GB"/>
                <a:ea typeface="Hiragino Sans GB"/>
                <a:cs typeface="Hiragino Sans GB"/>
              </a:rPr>
              <a:t>均低于L恢复</a:t>
            </a:r>
          </a:p>
        </p:txBody>
      </p:sp>
      <p:sp>
        <p:nvSpPr>
          <p:cNvPr id="220" name="text-219">
            <a:extLst xmlns:a="http://schemas.openxmlformats.org/drawingml/2006/main">
              <a:ext uri="{FF2B5EF4-FFF2-40B4-BE49-F238E27FC236}">
                <a16:creationId xmlns:a16="http://schemas.microsoft.com/office/drawing/2014/main" id="{8EBD7E57-8535-4046-8BA4-10C73B141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6019800"/>
            <a:ext cx="26955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647D9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425" b="0">
                <a:solidFill>
                  <a:srgbClr val="647D99"/>
                </a:solidFill>
                <a:latin typeface="Hiragino Sans GB"/>
                <a:ea typeface="Hiragino Sans GB"/>
                <a:cs typeface="Hiragino Sans GB"/>
              </a:rPr>
              <a:t>出队仍计入驻留内存</a:t>
            </a:r>
          </a:p>
        </p:txBody>
      </p:sp>
      <p:sp>
        <p:nvSpPr>
          <p:cNvPr id="221" name="shape-220">
            <a:extLst xmlns:a="http://schemas.openxmlformats.org/drawingml/2006/main">
              <a:ext uri="{FF2B5EF4-FFF2-40B4-BE49-F238E27FC236}">
                <a16:creationId xmlns:a16="http://schemas.microsoft.com/office/drawing/2014/main" id="{81ACF77E-4C61-43D4-8FAC-270E6315C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4775" y="507682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sp>
        <p:nvSpPr>
          <p:cNvPr id="222" name="shape-221">
            <a:extLst xmlns:a="http://schemas.openxmlformats.org/drawingml/2006/main">
              <a:ext uri="{FF2B5EF4-FFF2-40B4-BE49-F238E27FC236}">
                <a16:creationId xmlns:a16="http://schemas.microsoft.com/office/drawing/2014/main" id="{41CF37E0-D60B-407C-820B-D34A63112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507682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cxnSp>
        <p:nvCxnSpPr>
          <p:cNvPr id="560" name=""/>
          <p:cNvCxnSpPr>
            <a:stCxn xmlns:a="http://schemas.openxmlformats.org/drawingml/2006/main" id="221" idx="1"/>
            <a:endCxn xmlns:a="http://schemas.openxmlformats.org/drawingml/2006/main" id="222" idx="3"/>
          </p:cNvCxnSpPr>
          <p:nvPr/>
        </p:nvCxnSpPr>
        <p:spPr>
          <a:xfrm xmlns:a="http://schemas.openxmlformats.org/drawingml/2006/main" flipH="1">
            <a:off x="3676650" y="5081588"/>
            <a:ext cx="238125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2166B0"/>
            </a:solidFill>
            <a:prstDash val="solid"/>
            <a:tailEnd type="none" w="sm" len="sm"/>
          </a:ln>
        </p:spPr>
      </p:cxnSp>
      <p:sp>
        <p:nvSpPr>
          <p:cNvPr id="224" name="shape-223">
            <a:extLst xmlns:a="http://schemas.openxmlformats.org/drawingml/2006/main">
              <a:ext uri="{FF2B5EF4-FFF2-40B4-BE49-F238E27FC236}">
                <a16:creationId xmlns:a16="http://schemas.microsoft.com/office/drawing/2014/main" id="{73C26FA6-48FF-49A5-9725-E931C1BAE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507682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sp>
        <p:nvSpPr>
          <p:cNvPr id="225" name="shape-224">
            <a:extLst xmlns:a="http://schemas.openxmlformats.org/drawingml/2006/main">
              <a:ext uri="{FF2B5EF4-FFF2-40B4-BE49-F238E27FC236}">
                <a16:creationId xmlns:a16="http://schemas.microsoft.com/office/drawing/2014/main" id="{751791D5-A29D-442E-B5EE-7AE12A186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507682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cxnSp>
        <p:nvCxnSpPr>
          <p:cNvPr id="563" name=""/>
          <p:cNvCxnSpPr>
            <a:stCxn xmlns:a="http://schemas.openxmlformats.org/drawingml/2006/main" id="224" idx="1"/>
            <a:endCxn xmlns:a="http://schemas.openxmlformats.org/drawingml/2006/main" id="225" idx="3"/>
          </p:cNvCxnSpPr>
          <p:nvPr/>
        </p:nvCxnSpPr>
        <p:spPr>
          <a:xfrm xmlns:a="http://schemas.openxmlformats.org/drawingml/2006/main" flipH="1">
            <a:off x="3505200" y="5081588"/>
            <a:ext cx="161925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2166B0"/>
            </a:solidFill>
            <a:prstDash val="solid"/>
            <a:tailEnd type="triangle" w="sm" len="sm"/>
          </a:ln>
        </p:spPr>
      </p:cxnSp>
      <p:sp>
        <p:nvSpPr>
          <p:cNvPr id="227" name="shape-226">
            <a:extLst xmlns:a="http://schemas.openxmlformats.org/drawingml/2006/main">
              <a:ext uri="{FF2B5EF4-FFF2-40B4-BE49-F238E27FC236}">
                <a16:creationId xmlns:a16="http://schemas.microsoft.com/office/drawing/2014/main" id="{22EBBBB1-F3D8-45F9-BF40-CE217175D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507682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sp>
        <p:nvSpPr>
          <p:cNvPr id="228" name="shape-227">
            <a:extLst xmlns:a="http://schemas.openxmlformats.org/drawingml/2006/main">
              <a:ext uri="{FF2B5EF4-FFF2-40B4-BE49-F238E27FC236}">
                <a16:creationId xmlns:a16="http://schemas.microsoft.com/office/drawing/2014/main" id="{0DD768A4-1ABD-458B-B023-740B59623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549592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cxnSp>
        <p:nvCxnSpPr>
          <p:cNvPr id="566" name=""/>
          <p:cNvCxnSpPr>
            <a:stCxn xmlns:a="http://schemas.openxmlformats.org/drawingml/2006/main" id="227" idx="2"/>
            <a:endCxn xmlns:a="http://schemas.openxmlformats.org/drawingml/2006/main" id="228" idx="0"/>
          </p:cNvCxnSpPr>
          <p:nvPr/>
        </p:nvCxnSpPr>
        <p:spPr>
          <a:xfrm xmlns:a="http://schemas.openxmlformats.org/drawingml/2006/main">
            <a:off x="3671888" y="5086350"/>
            <a:ext cx="0" cy="409575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2166B0"/>
            </a:solidFill>
            <a:prstDash val="solid"/>
            <a:tailEnd type="none" w="sm" len="sm"/>
          </a:ln>
        </p:spPr>
      </p:cxnSp>
      <p:sp>
        <p:nvSpPr>
          <p:cNvPr id="230" name="shape-229">
            <a:extLst xmlns:a="http://schemas.openxmlformats.org/drawingml/2006/main">
              <a:ext uri="{FF2B5EF4-FFF2-40B4-BE49-F238E27FC236}">
                <a16:creationId xmlns:a16="http://schemas.microsoft.com/office/drawing/2014/main" id="{4BEC8DF7-123D-4FF0-B49E-CAD0336EE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549592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sp>
        <p:nvSpPr>
          <p:cNvPr id="231" name="shape-230">
            <a:extLst xmlns:a="http://schemas.openxmlformats.org/drawingml/2006/main">
              <a:ext uri="{FF2B5EF4-FFF2-40B4-BE49-F238E27FC236}">
                <a16:creationId xmlns:a16="http://schemas.microsoft.com/office/drawing/2014/main" id="{D52E5E46-16BA-4BD1-99F6-52B96E463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549592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cxnSp>
        <p:nvCxnSpPr>
          <p:cNvPr id="569" name=""/>
          <p:cNvCxnSpPr>
            <a:stCxn xmlns:a="http://schemas.openxmlformats.org/drawingml/2006/main" id="230" idx="1"/>
            <a:endCxn xmlns:a="http://schemas.openxmlformats.org/drawingml/2006/main" id="231" idx="3"/>
          </p:cNvCxnSpPr>
          <p:nvPr/>
        </p:nvCxnSpPr>
        <p:spPr>
          <a:xfrm xmlns:a="http://schemas.openxmlformats.org/drawingml/2006/main" flipH="1">
            <a:off x="2743200" y="5500688"/>
            <a:ext cx="923925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2166B0"/>
            </a:solidFill>
            <a:prstDash val="solid"/>
            <a:tailEnd type="triangle" w="sm" len="sm"/>
          </a:ln>
        </p:spPr>
      </p:cxnSp>
      <p:sp>
        <p:nvSpPr>
          <p:cNvPr id="233" name="glyph-trapezoid-232">
            <a:extLst xmlns:a="http://schemas.openxmlformats.org/drawingml/2006/main">
              <a:ext uri="{FF2B5EF4-FFF2-40B4-BE49-F238E27FC236}">
                <a16:creationId xmlns:a16="http://schemas.microsoft.com/office/drawing/2014/main" id="{AEE8E6EF-11FE-452E-BC1C-A04A6885B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562475"/>
            <a:ext cx="2228850" cy="390525"/>
          </a:xfrm>
          <a:prstGeom xmlns:a="http://schemas.openxmlformats.org/drawingml/2006/main" prst="trapezoid">
            <a:avLst/>
          </a:prstGeom>
          <a:solidFill xmlns:a="http://schemas.openxmlformats.org/drawingml/2006/main">
            <a:srgbClr val="EAF3FD"/>
          </a:solidFill>
          <a:ln xmlns:a="http://schemas.openxmlformats.org/drawingml/2006/main" w="13335">
            <a:solidFill>
              <a:srgbClr val="2166B0"/>
            </a:solidFill>
          </a:ln>
        </p:spPr>
      </p:sp>
      <p:sp>
        <p:nvSpPr>
          <p:cNvPr id="234" name="text-233">
            <a:extLst xmlns:a="http://schemas.openxmlformats.org/drawingml/2006/main">
              <a:ext uri="{FF2B5EF4-FFF2-40B4-BE49-F238E27FC236}">
                <a16:creationId xmlns:a16="http://schemas.microsoft.com/office/drawing/2014/main" id="{55D8E568-6505-413C-86D2-617F29D08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610100"/>
            <a:ext cx="19716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63A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425" b="1">
                <a:solidFill>
                  <a:srgbClr val="163A63"/>
                </a:solidFill>
                <a:latin typeface="Hiragino Sans GB"/>
                <a:ea typeface="Hiragino Sans GB"/>
                <a:cs typeface="Hiragino Sans GB"/>
              </a:rPr>
              <a:t>帧 / 深度 / 结构数量</a:t>
            </a:r>
          </a:p>
        </p:txBody>
      </p:sp>
      <p:sp>
        <p:nvSpPr>
          <p:cNvPr id="235" name="path-234">
            <a:extLst xmlns:a="http://schemas.openxmlformats.org/drawingml/2006/main">
              <a:ext uri="{FF2B5EF4-FFF2-40B4-BE49-F238E27FC236}">
                <a16:creationId xmlns:a16="http://schemas.microsoft.com/office/drawing/2014/main" id="{9E6CDACA-2224-4A12-82BF-BBB42063E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257800"/>
            <a:ext cx="942975" cy="657225"/>
          </a:xfrm>
          <a:custGeom xmlns:a="http://schemas.openxmlformats.org/drawingml/2006/main">
            <a:pathLst>
              <a:path w="942975" h="657225">
                <a:moveTo>
                  <a:pt x="0" y="0"/>
                </a:moveTo>
                <a:lnTo>
                  <a:pt x="66675" y="657225"/>
                </a:lnTo>
                <a:lnTo>
                  <a:pt x="876300" y="657225"/>
                </a:lnTo>
                <a:lnTo>
                  <a:pt x="942975" y="0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166B0"/>
            </a:solidFill>
          </a:ln>
        </p:spPr>
      </p:sp>
      <p:sp>
        <p:nvSpPr>
          <p:cNvPr id="236" name="path-235">
            <a:extLst xmlns:a="http://schemas.openxmlformats.org/drawingml/2006/main">
              <a:ext uri="{FF2B5EF4-FFF2-40B4-BE49-F238E27FC236}">
                <a16:creationId xmlns:a16="http://schemas.microsoft.com/office/drawing/2014/main" id="{21391EF7-95E1-4977-ACCF-4BCFB32F7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573268"/>
            <a:ext cx="847725" cy="341757"/>
          </a:xfrm>
          <a:custGeom xmlns:a="http://schemas.openxmlformats.org/drawingml/2006/main">
            <a:pathLst>
              <a:path w="847725" h="341757">
                <a:moveTo>
                  <a:pt x="0" y="0"/>
                </a:moveTo>
                <a:lnTo>
                  <a:pt x="19050" y="341757"/>
                </a:lnTo>
                <a:lnTo>
                  <a:pt x="828675" y="341757"/>
                </a:lnTo>
                <a:lnTo>
                  <a:pt x="847725" y="0"/>
                </a:lnTo>
                <a:close/>
              </a:path>
            </a:pathLst>
          </a:custGeom>
          <a:solidFill xmlns:a="http://schemas.openxmlformats.org/drawingml/2006/main">
            <a:srgbClr val="EAF3FD"/>
          </a:solidFill>
          <a:ln xmlns:a="http://schemas.openxmlformats.org/drawingml/2006/main" w="0">
            <a:noFill/>
          </a:ln>
        </p:spPr>
      </p:sp>
      <p:sp>
        <p:nvSpPr>
          <p:cNvPr id="237" name="line-236">
            <a:extLst xmlns:a="http://schemas.openxmlformats.org/drawingml/2006/main">
              <a:ext uri="{FF2B5EF4-FFF2-40B4-BE49-F238E27FC236}">
                <a16:creationId xmlns:a16="http://schemas.microsoft.com/office/drawing/2014/main" id="{B00601B5-F1F8-406A-AE65-EEA677688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257800"/>
            <a:ext cx="9429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166B0"/>
            </a:solidFill>
            <a:prstDash val="solid"/>
          </a:ln>
        </p:spPr>
      </p:sp>
      <p:sp>
        <p:nvSpPr>
          <p:cNvPr id="238" name="line-237">
            <a:extLst xmlns:a="http://schemas.openxmlformats.org/drawingml/2006/main">
              <a:ext uri="{FF2B5EF4-FFF2-40B4-BE49-F238E27FC236}">
                <a16:creationId xmlns:a16="http://schemas.microsoft.com/office/drawing/2014/main" id="{88062C8B-33E3-4939-902D-854A7A770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5573268"/>
            <a:ext cx="8667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166B0"/>
            </a:solidFill>
            <a:prstDash val="solid"/>
          </a:ln>
        </p:spPr>
      </p:sp>
      <p:sp>
        <p:nvSpPr>
          <p:cNvPr id="239" name="text-238">
            <a:extLst xmlns:a="http://schemas.openxmlformats.org/drawingml/2006/main">
              <a:ext uri="{FF2B5EF4-FFF2-40B4-BE49-F238E27FC236}">
                <a16:creationId xmlns:a16="http://schemas.microsoft.com/office/drawing/2014/main" id="{4F073C91-4C4F-4D51-8075-60474B880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5592985"/>
            <a:ext cx="885825" cy="2431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166B0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425" b="1">
                <a:solidFill>
                  <a:srgbClr val="2166B0"/>
                </a:solidFill>
                <a:latin typeface="Hiragino Sans GB"/>
                <a:ea typeface="Hiragino Sans GB"/>
                <a:cs typeface="Hiragino Sans GB"/>
              </a:rPr>
              <a:t>事件桶</a:t>
            </a:r>
          </a:p>
        </p:txBody>
      </p:sp>
      <p:sp>
        <p:nvSpPr>
          <p:cNvPr id="240" name="glyph-ellipse-239">
            <a:extLst xmlns:a="http://schemas.openxmlformats.org/drawingml/2006/main">
              <a:ext uri="{FF2B5EF4-FFF2-40B4-BE49-F238E27FC236}">
                <a16:creationId xmlns:a16="http://schemas.microsoft.com/office/drawing/2014/main" id="{4E187CE7-C407-4E5A-AEB9-C5C95F0AC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53530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8CAE9"/>
          </a:solidFill>
          <a:ln xmlns:a="http://schemas.openxmlformats.org/drawingml/2006/main" w="9525">
            <a:solidFill>
              <a:srgbClr val="2166B0"/>
            </a:solidFill>
          </a:ln>
        </p:spPr>
      </p:sp>
      <p:sp>
        <p:nvSpPr>
          <p:cNvPr id="241" name="glyph-ellipse-240">
            <a:extLst xmlns:a="http://schemas.openxmlformats.org/drawingml/2006/main">
              <a:ext uri="{FF2B5EF4-FFF2-40B4-BE49-F238E27FC236}">
                <a16:creationId xmlns:a16="http://schemas.microsoft.com/office/drawing/2014/main" id="{AC327FA9-2CE4-40CD-A55B-98EB81427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3530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8CAE9"/>
          </a:solidFill>
          <a:ln xmlns:a="http://schemas.openxmlformats.org/drawingml/2006/main" w="9525">
            <a:solidFill>
              <a:srgbClr val="2166B0"/>
            </a:solidFill>
          </a:ln>
        </p:spPr>
      </p:sp>
      <p:sp>
        <p:nvSpPr>
          <p:cNvPr id="242" name="glyph-ellipse-241">
            <a:extLst xmlns:a="http://schemas.openxmlformats.org/drawingml/2006/main">
              <a:ext uri="{FF2B5EF4-FFF2-40B4-BE49-F238E27FC236}">
                <a16:creationId xmlns:a16="http://schemas.microsoft.com/office/drawing/2014/main" id="{24C9CC06-0EBA-409C-ABA8-33AFB51FB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53530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8CAE9"/>
          </a:solidFill>
          <a:ln xmlns:a="http://schemas.openxmlformats.org/drawingml/2006/main" w="9525">
            <a:solidFill>
              <a:srgbClr val="2166B0"/>
            </a:solidFill>
          </a:ln>
        </p:spPr>
      </p:sp>
      <p:sp>
        <p:nvSpPr>
          <p:cNvPr id="243" name="path-242">
            <a:extLst xmlns:a="http://schemas.openxmlformats.org/drawingml/2006/main">
              <a:ext uri="{FF2B5EF4-FFF2-40B4-BE49-F238E27FC236}">
                <a16:creationId xmlns:a16="http://schemas.microsoft.com/office/drawing/2014/main" id="{18AB217F-D738-4EBE-B08D-716421524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5257800"/>
            <a:ext cx="942975" cy="657225"/>
          </a:xfrm>
          <a:custGeom xmlns:a="http://schemas.openxmlformats.org/drawingml/2006/main">
            <a:pathLst>
              <a:path w="942975" h="657225">
                <a:moveTo>
                  <a:pt x="0" y="0"/>
                </a:moveTo>
                <a:lnTo>
                  <a:pt x="66675" y="657225"/>
                </a:lnTo>
                <a:lnTo>
                  <a:pt x="876300" y="657225"/>
                </a:lnTo>
                <a:lnTo>
                  <a:pt x="942975" y="0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166B0"/>
            </a:solidFill>
          </a:ln>
        </p:spPr>
      </p:sp>
      <p:sp>
        <p:nvSpPr>
          <p:cNvPr id="244" name="path-243">
            <a:extLst xmlns:a="http://schemas.openxmlformats.org/drawingml/2006/main">
              <a:ext uri="{FF2B5EF4-FFF2-40B4-BE49-F238E27FC236}">
                <a16:creationId xmlns:a16="http://schemas.microsoft.com/office/drawing/2014/main" id="{9B907FEE-AF4B-4E2E-95EF-38CE5D6AC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5573268"/>
            <a:ext cx="847725" cy="341757"/>
          </a:xfrm>
          <a:custGeom xmlns:a="http://schemas.openxmlformats.org/drawingml/2006/main">
            <a:pathLst>
              <a:path w="847725" h="341757">
                <a:moveTo>
                  <a:pt x="0" y="0"/>
                </a:moveTo>
                <a:lnTo>
                  <a:pt x="19050" y="341757"/>
                </a:lnTo>
                <a:lnTo>
                  <a:pt x="828675" y="341757"/>
                </a:lnTo>
                <a:lnTo>
                  <a:pt x="847725" y="0"/>
                </a:lnTo>
                <a:close/>
              </a:path>
            </a:pathLst>
          </a:custGeom>
          <a:solidFill xmlns:a="http://schemas.openxmlformats.org/drawingml/2006/main">
            <a:srgbClr val="EAF3FD"/>
          </a:solidFill>
          <a:ln xmlns:a="http://schemas.openxmlformats.org/drawingml/2006/main" w="0">
            <a:noFill/>
          </a:ln>
        </p:spPr>
      </p:sp>
      <p:sp>
        <p:nvSpPr>
          <p:cNvPr id="245" name="line-244">
            <a:extLst xmlns:a="http://schemas.openxmlformats.org/drawingml/2006/main">
              <a:ext uri="{FF2B5EF4-FFF2-40B4-BE49-F238E27FC236}">
                <a16:creationId xmlns:a16="http://schemas.microsoft.com/office/drawing/2014/main" id="{8ABD7DFE-CF72-4673-818C-A1BA8AA0D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5257800"/>
            <a:ext cx="9429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2166B0"/>
            </a:solidFill>
            <a:prstDash val="solid"/>
          </a:ln>
        </p:spPr>
      </p:sp>
      <p:sp>
        <p:nvSpPr>
          <p:cNvPr id="246" name="line-245">
            <a:extLst xmlns:a="http://schemas.openxmlformats.org/drawingml/2006/main">
              <a:ext uri="{FF2B5EF4-FFF2-40B4-BE49-F238E27FC236}">
                <a16:creationId xmlns:a16="http://schemas.microsoft.com/office/drawing/2014/main" id="{DA8EAF2F-139B-4F53-AE31-F595DC63A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5573268"/>
            <a:ext cx="8667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166B0"/>
            </a:solidFill>
            <a:prstDash val="solid"/>
          </a:ln>
        </p:spPr>
      </p:sp>
      <p:sp>
        <p:nvSpPr>
          <p:cNvPr id="247" name="text-246">
            <a:extLst xmlns:a="http://schemas.openxmlformats.org/drawingml/2006/main">
              <a:ext uri="{FF2B5EF4-FFF2-40B4-BE49-F238E27FC236}">
                <a16:creationId xmlns:a16="http://schemas.microsoft.com/office/drawing/2014/main" id="{B5F3D194-ABB0-4FB4-8B54-45B5A1F85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5592985"/>
            <a:ext cx="885825" cy="2431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166B0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425" b="1">
                <a:solidFill>
                  <a:srgbClr val="2166B0"/>
                </a:solidFill>
                <a:latin typeface="Hiragino Sans GB"/>
                <a:ea typeface="Hiragino Sans GB"/>
                <a:cs typeface="Hiragino Sans GB"/>
              </a:rPr>
              <a:t>字节桶</a:t>
            </a:r>
          </a:p>
        </p:txBody>
      </p:sp>
      <p:sp>
        <p:nvSpPr>
          <p:cNvPr id="248" name="glyph-ellipse-247">
            <a:extLst xmlns:a="http://schemas.openxmlformats.org/drawingml/2006/main">
              <a:ext uri="{FF2B5EF4-FFF2-40B4-BE49-F238E27FC236}">
                <a16:creationId xmlns:a16="http://schemas.microsoft.com/office/drawing/2014/main" id="{B9722212-7B1F-4F66-8648-D1031A36F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53530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8CAE9"/>
          </a:solidFill>
          <a:ln xmlns:a="http://schemas.openxmlformats.org/drawingml/2006/main" w="9525">
            <a:solidFill>
              <a:srgbClr val="2166B0"/>
            </a:solidFill>
          </a:ln>
        </p:spPr>
      </p:sp>
      <p:sp>
        <p:nvSpPr>
          <p:cNvPr id="249" name="glyph-ellipse-248">
            <a:extLst xmlns:a="http://schemas.openxmlformats.org/drawingml/2006/main">
              <a:ext uri="{FF2B5EF4-FFF2-40B4-BE49-F238E27FC236}">
                <a16:creationId xmlns:a16="http://schemas.microsoft.com/office/drawing/2014/main" id="{44B74F58-471E-4D30-ACA5-AD6D0652A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53530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8CAE9"/>
          </a:solidFill>
          <a:ln xmlns:a="http://schemas.openxmlformats.org/drawingml/2006/main" w="9525">
            <a:solidFill>
              <a:srgbClr val="2166B0"/>
            </a:solidFill>
          </a:ln>
        </p:spPr>
      </p:sp>
      <p:sp>
        <p:nvSpPr>
          <p:cNvPr id="250" name="glyph-ellipse-249">
            <a:extLst xmlns:a="http://schemas.openxmlformats.org/drawingml/2006/main">
              <a:ext uri="{FF2B5EF4-FFF2-40B4-BE49-F238E27FC236}">
                <a16:creationId xmlns:a16="http://schemas.microsoft.com/office/drawing/2014/main" id="{EA116B20-83DF-4574-9644-9F201FA12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53530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8CAE9"/>
          </a:solidFill>
          <a:ln xmlns:a="http://schemas.openxmlformats.org/drawingml/2006/main" w="9525">
            <a:solidFill>
              <a:srgbClr val="2166B0"/>
            </a:solidFill>
          </a:ln>
        </p:spPr>
      </p:sp>
      <p:sp>
        <p:nvSpPr>
          <p:cNvPr id="251" name="shape-250">
            <a:extLst xmlns:a="http://schemas.openxmlformats.org/drawingml/2006/main">
              <a:ext uri="{FF2B5EF4-FFF2-40B4-BE49-F238E27FC236}">
                <a16:creationId xmlns:a16="http://schemas.microsoft.com/office/drawing/2014/main" id="{ADF129BA-DAA0-472C-B92B-084C47530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9530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sp>
        <p:nvSpPr>
          <p:cNvPr id="252" name="shape-251">
            <a:extLst xmlns:a="http://schemas.openxmlformats.org/drawingml/2006/main">
              <a:ext uri="{FF2B5EF4-FFF2-40B4-BE49-F238E27FC236}">
                <a16:creationId xmlns:a16="http://schemas.microsoft.com/office/drawing/2014/main" id="{CD8627E9-FC45-4CC1-93D6-EBA218047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51054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cxnSp>
        <p:nvCxnSpPr>
          <p:cNvPr id="590" name=""/>
          <p:cNvCxnSpPr>
            <a:stCxn xmlns:a="http://schemas.openxmlformats.org/drawingml/2006/main" id="251" idx="2"/>
            <a:endCxn xmlns:a="http://schemas.openxmlformats.org/drawingml/2006/main" id="252" idx="0"/>
          </p:cNvCxnSpPr>
          <p:nvPr/>
        </p:nvCxnSpPr>
        <p:spPr>
          <a:xfrm xmlns:a="http://schemas.openxmlformats.org/drawingml/2006/main">
            <a:off x="8558213" y="4962525"/>
            <a:ext cx="0" cy="142875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2166B0"/>
            </a:solidFill>
            <a:prstDash val="solid"/>
            <a:tailEnd type="none" w="sm" len="sm"/>
          </a:ln>
        </p:spPr>
      </p:cxnSp>
      <p:sp>
        <p:nvSpPr>
          <p:cNvPr id="254" name="shape-253">
            <a:extLst xmlns:a="http://schemas.openxmlformats.org/drawingml/2006/main">
              <a:ext uri="{FF2B5EF4-FFF2-40B4-BE49-F238E27FC236}">
                <a16:creationId xmlns:a16="http://schemas.microsoft.com/office/drawing/2014/main" id="{456068D2-046A-459A-8518-095DBD613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51054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sp>
        <p:nvSpPr>
          <p:cNvPr id="255" name="shape-254">
            <a:extLst xmlns:a="http://schemas.openxmlformats.org/drawingml/2006/main">
              <a:ext uri="{FF2B5EF4-FFF2-40B4-BE49-F238E27FC236}">
                <a16:creationId xmlns:a16="http://schemas.microsoft.com/office/drawing/2014/main" id="{1D4BFEC6-01DD-473A-9BDB-C22361DCF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1054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cxnSp>
        <p:nvCxnSpPr>
          <p:cNvPr id="593" name=""/>
          <p:cNvCxnSpPr>
            <a:stCxn xmlns:a="http://schemas.openxmlformats.org/drawingml/2006/main" id="254" idx="1"/>
            <a:endCxn xmlns:a="http://schemas.openxmlformats.org/drawingml/2006/main" id="255" idx="3"/>
          </p:cNvCxnSpPr>
          <p:nvPr/>
        </p:nvCxnSpPr>
        <p:spPr>
          <a:xfrm xmlns:a="http://schemas.openxmlformats.org/drawingml/2006/main" flipH="1">
            <a:off x="7915275" y="5110163"/>
            <a:ext cx="638175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2166B0"/>
            </a:solidFill>
            <a:prstDash val="solid"/>
            <a:tailEnd type="none" w="sm" len="sm"/>
          </a:ln>
        </p:spPr>
      </p:cxnSp>
      <p:sp>
        <p:nvSpPr>
          <p:cNvPr id="257" name="shape-256">
            <a:extLst xmlns:a="http://schemas.openxmlformats.org/drawingml/2006/main">
              <a:ext uri="{FF2B5EF4-FFF2-40B4-BE49-F238E27FC236}">
                <a16:creationId xmlns:a16="http://schemas.microsoft.com/office/drawing/2014/main" id="{3142627F-0A66-4439-9AA1-634BBEEBA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1054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sp>
        <p:nvSpPr>
          <p:cNvPr id="258" name="shape-257">
            <a:extLst xmlns:a="http://schemas.openxmlformats.org/drawingml/2006/main">
              <a:ext uri="{FF2B5EF4-FFF2-40B4-BE49-F238E27FC236}">
                <a16:creationId xmlns:a16="http://schemas.microsoft.com/office/drawing/2014/main" id="{A31AC016-3D53-4BFB-9A31-FF66C3C17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2578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cxnSp>
        <p:nvCxnSpPr>
          <p:cNvPr id="596" name=""/>
          <p:cNvCxnSpPr>
            <a:stCxn xmlns:a="http://schemas.openxmlformats.org/drawingml/2006/main" id="257" idx="2"/>
            <a:endCxn xmlns:a="http://schemas.openxmlformats.org/drawingml/2006/main" id="258" idx="0"/>
          </p:cNvCxnSpPr>
          <p:nvPr/>
        </p:nvCxnSpPr>
        <p:spPr>
          <a:xfrm xmlns:a="http://schemas.openxmlformats.org/drawingml/2006/main">
            <a:off x="7910513" y="5114925"/>
            <a:ext cx="0" cy="142875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2166B0"/>
            </a:solidFill>
            <a:prstDash val="solid"/>
            <a:tailEnd type="triangle" w="sm" len="sm"/>
          </a:ln>
        </p:spPr>
      </p:cxnSp>
      <p:sp>
        <p:nvSpPr>
          <p:cNvPr id="260" name="shape-259">
            <a:extLst xmlns:a="http://schemas.openxmlformats.org/drawingml/2006/main">
              <a:ext uri="{FF2B5EF4-FFF2-40B4-BE49-F238E27FC236}">
                <a16:creationId xmlns:a16="http://schemas.microsoft.com/office/drawing/2014/main" id="{7C420E4C-9137-4D34-968C-AF033DAD9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51054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sp>
        <p:nvSpPr>
          <p:cNvPr id="261" name="shape-260">
            <a:extLst xmlns:a="http://schemas.openxmlformats.org/drawingml/2006/main">
              <a:ext uri="{FF2B5EF4-FFF2-40B4-BE49-F238E27FC236}">
                <a16:creationId xmlns:a16="http://schemas.microsoft.com/office/drawing/2014/main" id="{C25459DC-AE74-40AA-9623-562DDAB51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51054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cxnSp>
        <p:nvCxnSpPr>
          <p:cNvPr id="599" name=""/>
          <p:cNvCxnSpPr>
            <a:stCxn xmlns:a="http://schemas.openxmlformats.org/drawingml/2006/main" id="260" idx="3"/>
            <a:endCxn xmlns:a="http://schemas.openxmlformats.org/drawingml/2006/main" id="261" idx="1"/>
          </p:cNvCxnSpPr>
          <p:nvPr/>
        </p:nvCxnSpPr>
        <p:spPr>
          <a:xfrm xmlns:a="http://schemas.openxmlformats.org/drawingml/2006/main">
            <a:off x="8562975" y="5110163"/>
            <a:ext cx="657225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2166B0"/>
            </a:solidFill>
            <a:prstDash val="solid"/>
            <a:tailEnd type="none" w="sm" len="sm"/>
          </a:ln>
        </p:spPr>
      </p:cxnSp>
      <p:sp>
        <p:nvSpPr>
          <p:cNvPr id="263" name="shape-262">
            <a:extLst xmlns:a="http://schemas.openxmlformats.org/drawingml/2006/main">
              <a:ext uri="{FF2B5EF4-FFF2-40B4-BE49-F238E27FC236}">
                <a16:creationId xmlns:a16="http://schemas.microsoft.com/office/drawing/2014/main" id="{64C686BC-F623-49AC-B7B2-7BE6978B6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51054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sp>
        <p:nvSpPr>
          <p:cNvPr id="264" name="shape-263">
            <a:extLst xmlns:a="http://schemas.openxmlformats.org/drawingml/2006/main">
              <a:ext uri="{FF2B5EF4-FFF2-40B4-BE49-F238E27FC236}">
                <a16:creationId xmlns:a16="http://schemas.microsoft.com/office/drawing/2014/main" id="{85DF2B3F-42DB-4AAF-90E2-ED9A88E43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525780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cxnSp>
        <p:nvCxnSpPr>
          <p:cNvPr id="602" name=""/>
          <p:cNvCxnSpPr>
            <a:stCxn xmlns:a="http://schemas.openxmlformats.org/drawingml/2006/main" id="263" idx="2"/>
            <a:endCxn xmlns:a="http://schemas.openxmlformats.org/drawingml/2006/main" id="264" idx="0"/>
          </p:cNvCxnSpPr>
          <p:nvPr/>
        </p:nvCxnSpPr>
        <p:spPr>
          <a:xfrm xmlns:a="http://schemas.openxmlformats.org/drawingml/2006/main">
            <a:off x="9224963" y="5114925"/>
            <a:ext cx="0" cy="142875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2166B0"/>
            </a:solidFill>
            <a:prstDash val="solid"/>
            <a:tailEnd type="triangle" w="sm" len="sm"/>
          </a:ln>
        </p:spPr>
      </p:cxnSp>
      <p:sp>
        <p:nvSpPr>
          <p:cNvPr id="266" name="shape-265">
            <a:extLst xmlns:a="http://schemas.openxmlformats.org/drawingml/2006/main">
              <a:ext uri="{FF2B5EF4-FFF2-40B4-BE49-F238E27FC236}">
                <a16:creationId xmlns:a16="http://schemas.microsoft.com/office/drawing/2014/main" id="{15791B9F-EC6B-422B-9B06-5B9459139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91502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sp>
        <p:nvSpPr>
          <p:cNvPr id="267" name="shape-266">
            <a:extLst xmlns:a="http://schemas.openxmlformats.org/drawingml/2006/main">
              <a:ext uri="{FF2B5EF4-FFF2-40B4-BE49-F238E27FC236}">
                <a16:creationId xmlns:a16="http://schemas.microsoft.com/office/drawing/2014/main" id="{7198484B-B5BC-4247-9878-E7EBCD1D1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606742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cxnSp>
        <p:nvCxnSpPr>
          <p:cNvPr id="605" name=""/>
          <p:cNvCxnSpPr>
            <a:stCxn xmlns:a="http://schemas.openxmlformats.org/drawingml/2006/main" id="266" idx="2"/>
            <a:endCxn xmlns:a="http://schemas.openxmlformats.org/drawingml/2006/main" id="267" idx="0"/>
          </p:cNvCxnSpPr>
          <p:nvPr/>
        </p:nvCxnSpPr>
        <p:spPr>
          <a:xfrm xmlns:a="http://schemas.openxmlformats.org/drawingml/2006/main">
            <a:off x="7910513" y="5924550"/>
            <a:ext cx="0" cy="142875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2166B0"/>
            </a:solidFill>
            <a:prstDash val="solid"/>
            <a:tailEnd type="none" w="sm" len="sm"/>
          </a:ln>
        </p:spPr>
      </p:cxnSp>
      <p:sp>
        <p:nvSpPr>
          <p:cNvPr id="269" name="shape-268">
            <a:extLst xmlns:a="http://schemas.openxmlformats.org/drawingml/2006/main">
              <a:ext uri="{FF2B5EF4-FFF2-40B4-BE49-F238E27FC236}">
                <a16:creationId xmlns:a16="http://schemas.microsoft.com/office/drawing/2014/main" id="{FE93479E-C306-4C57-99A9-32D7A53F4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606742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sp>
        <p:nvSpPr>
          <p:cNvPr id="270" name="shape-269">
            <a:extLst xmlns:a="http://schemas.openxmlformats.org/drawingml/2006/main">
              <a:ext uri="{FF2B5EF4-FFF2-40B4-BE49-F238E27FC236}">
                <a16:creationId xmlns:a16="http://schemas.microsoft.com/office/drawing/2014/main" id="{958EC958-B76E-4E4C-A13F-16E5D7E2C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606742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cxnSp>
        <p:nvCxnSpPr>
          <p:cNvPr id="608" name=""/>
          <p:cNvCxnSpPr>
            <a:stCxn xmlns:a="http://schemas.openxmlformats.org/drawingml/2006/main" id="269" idx="3"/>
            <a:endCxn xmlns:a="http://schemas.openxmlformats.org/drawingml/2006/main" id="270" idx="1"/>
          </p:cNvCxnSpPr>
          <p:nvPr/>
        </p:nvCxnSpPr>
        <p:spPr>
          <a:xfrm xmlns:a="http://schemas.openxmlformats.org/drawingml/2006/main">
            <a:off x="7915275" y="6072188"/>
            <a:ext cx="1304925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2166B0"/>
            </a:solidFill>
            <a:prstDash val="solid"/>
            <a:tailEnd type="none" w="sm" len="sm"/>
          </a:ln>
        </p:spPr>
      </p:cxnSp>
      <p:sp>
        <p:nvSpPr>
          <p:cNvPr id="272" name="shape-271">
            <a:extLst xmlns:a="http://schemas.openxmlformats.org/drawingml/2006/main">
              <a:ext uri="{FF2B5EF4-FFF2-40B4-BE49-F238E27FC236}">
                <a16:creationId xmlns:a16="http://schemas.microsoft.com/office/drawing/2014/main" id="{705F8320-1730-4D55-A37E-FB77A4146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606742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sp>
        <p:nvSpPr>
          <p:cNvPr id="273" name="shape-272">
            <a:extLst xmlns:a="http://schemas.openxmlformats.org/drawingml/2006/main">
              <a:ext uri="{FF2B5EF4-FFF2-40B4-BE49-F238E27FC236}">
                <a16:creationId xmlns:a16="http://schemas.microsoft.com/office/drawing/2014/main" id="{6C26A9FB-82AD-4DBC-9120-2976BA7F7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591502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cxnSp>
        <p:nvCxnSpPr>
          <p:cNvPr id="611" name=""/>
          <p:cNvCxnSpPr>
            <a:stCxn xmlns:a="http://schemas.openxmlformats.org/drawingml/2006/main" id="272" idx="0"/>
            <a:endCxn xmlns:a="http://schemas.openxmlformats.org/drawingml/2006/main" id="273" idx="2"/>
          </p:cNvCxnSpPr>
          <p:nvPr/>
        </p:nvCxnSpPr>
        <p:spPr>
          <a:xfrm xmlns:a="http://schemas.openxmlformats.org/drawingml/2006/main" flipV="1">
            <a:off x="9224963" y="5924550"/>
            <a:ext cx="0" cy="142875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2166B0"/>
            </a:solidFill>
            <a:prstDash val="solid"/>
            <a:tailEnd type="none" w="sm" len="sm"/>
          </a:ln>
        </p:spPr>
      </p:cxnSp>
      <p:sp>
        <p:nvSpPr>
          <p:cNvPr id="275" name="shape-274">
            <a:extLst xmlns:a="http://schemas.openxmlformats.org/drawingml/2006/main">
              <a:ext uri="{FF2B5EF4-FFF2-40B4-BE49-F238E27FC236}">
                <a16:creationId xmlns:a16="http://schemas.microsoft.com/office/drawing/2014/main" id="{48DEE6EC-E582-4EFD-BBC5-A7FD2BB26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606742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sp>
        <p:nvSpPr>
          <p:cNvPr id="276" name="shape-275">
            <a:extLst xmlns:a="http://schemas.openxmlformats.org/drawingml/2006/main">
              <a:ext uri="{FF2B5EF4-FFF2-40B4-BE49-F238E27FC236}">
                <a16:creationId xmlns:a16="http://schemas.microsoft.com/office/drawing/2014/main" id="{73B2FC23-AF45-416F-83E2-E15845CD9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606742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cxnSp>
        <p:nvCxnSpPr>
          <p:cNvPr id="614" name=""/>
          <p:cNvCxnSpPr>
            <a:stCxn xmlns:a="http://schemas.openxmlformats.org/drawingml/2006/main" id="275" idx="1"/>
            <a:endCxn xmlns:a="http://schemas.openxmlformats.org/drawingml/2006/main" id="276" idx="3"/>
          </p:cNvCxnSpPr>
          <p:nvPr/>
        </p:nvCxnSpPr>
        <p:spPr>
          <a:xfrm xmlns:a="http://schemas.openxmlformats.org/drawingml/2006/main" flipH="1">
            <a:off x="7096125" y="6072188"/>
            <a:ext cx="1457325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2166B0"/>
            </a:solidFill>
            <a:prstDash val="solid"/>
            <a:tailEnd type="none" w="sm" len="sm"/>
          </a:ln>
        </p:spPr>
      </p:cxnSp>
      <p:sp>
        <p:nvSpPr>
          <p:cNvPr id="278" name="shape-277">
            <a:extLst xmlns:a="http://schemas.openxmlformats.org/drawingml/2006/main">
              <a:ext uri="{FF2B5EF4-FFF2-40B4-BE49-F238E27FC236}">
                <a16:creationId xmlns:a16="http://schemas.microsoft.com/office/drawing/2014/main" id="{39C33EC7-826B-4863-95F6-4A3680F70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606742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sp>
        <p:nvSpPr>
          <p:cNvPr id="279" name="shape-278">
            <a:extLst xmlns:a="http://schemas.openxmlformats.org/drawingml/2006/main">
              <a:ext uri="{FF2B5EF4-FFF2-40B4-BE49-F238E27FC236}">
                <a16:creationId xmlns:a16="http://schemas.microsoft.com/office/drawing/2014/main" id="{03F2368D-ECDF-4818-9AE6-60886759F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07682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cxnSp>
        <p:nvCxnSpPr>
          <p:cNvPr id="617" name=""/>
          <p:cNvCxnSpPr>
            <a:stCxn xmlns:a="http://schemas.openxmlformats.org/drawingml/2006/main" id="278" idx="0"/>
            <a:endCxn xmlns:a="http://schemas.openxmlformats.org/drawingml/2006/main" id="279" idx="2"/>
          </p:cNvCxnSpPr>
          <p:nvPr/>
        </p:nvCxnSpPr>
        <p:spPr>
          <a:xfrm xmlns:a="http://schemas.openxmlformats.org/drawingml/2006/main" flipV="1">
            <a:off x="7091363" y="5086350"/>
            <a:ext cx="0" cy="981075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2166B0"/>
            </a:solidFill>
            <a:prstDash val="solid"/>
            <a:tailEnd type="none" w="sm" len="sm"/>
          </a:ln>
        </p:spPr>
      </p:cxnSp>
      <p:sp>
        <p:nvSpPr>
          <p:cNvPr id="281" name="shape-280">
            <a:extLst xmlns:a="http://schemas.openxmlformats.org/drawingml/2006/main">
              <a:ext uri="{FF2B5EF4-FFF2-40B4-BE49-F238E27FC236}">
                <a16:creationId xmlns:a16="http://schemas.microsoft.com/office/drawing/2014/main" id="{0E710967-47F4-4FE0-BF8B-D228FBE8E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07682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sp>
        <p:nvSpPr>
          <p:cNvPr id="282" name="shape-281">
            <a:extLst xmlns:a="http://schemas.openxmlformats.org/drawingml/2006/main">
              <a:ext uri="{FF2B5EF4-FFF2-40B4-BE49-F238E27FC236}">
                <a16:creationId xmlns:a16="http://schemas.microsoft.com/office/drawing/2014/main" id="{3C36635D-65B7-4B9B-9DF4-1BFFDE49A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507682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cxnSp>
        <p:nvCxnSpPr>
          <p:cNvPr id="620" name=""/>
          <p:cNvCxnSpPr>
            <a:stCxn xmlns:a="http://schemas.openxmlformats.org/drawingml/2006/main" id="281" idx="1"/>
            <a:endCxn xmlns:a="http://schemas.openxmlformats.org/drawingml/2006/main" id="282" idx="3"/>
          </p:cNvCxnSpPr>
          <p:nvPr/>
        </p:nvCxnSpPr>
        <p:spPr>
          <a:xfrm xmlns:a="http://schemas.openxmlformats.org/drawingml/2006/main" flipH="1">
            <a:off x="6829425" y="5081588"/>
            <a:ext cx="257175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2166B0"/>
            </a:solidFill>
            <a:prstDash val="solid"/>
            <a:tailEnd type="triangle" w="sm" len="sm"/>
          </a:ln>
        </p:spPr>
      </p:cxnSp>
      <p:sp>
        <p:nvSpPr>
          <p:cNvPr id="284" name="text-283">
            <a:extLst xmlns:a="http://schemas.openxmlformats.org/drawingml/2006/main">
              <a:ext uri="{FF2B5EF4-FFF2-40B4-BE49-F238E27FC236}">
                <a16:creationId xmlns:a16="http://schemas.microsoft.com/office/drawing/2014/main" id="{7EB23B9E-3990-4590-96A6-ADCB4D86C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6143625"/>
            <a:ext cx="23812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647D9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425" b="0">
                <a:solidFill>
                  <a:srgbClr val="647D99"/>
                </a:solidFill>
                <a:latin typeface="Hiragino Sans GB"/>
                <a:ea typeface="Hiragino Sans GB"/>
                <a:cs typeface="Hiragino Sans GB"/>
              </a:rPr>
              <a:t>双桶同时满足</a:t>
            </a:r>
          </a:p>
        </p:txBody>
      </p:sp>
      <p:sp>
        <p:nvSpPr>
          <p:cNvPr id="285" name="text-284">
            <a:extLst xmlns:a="http://schemas.openxmlformats.org/drawingml/2006/main">
              <a:ext uri="{FF2B5EF4-FFF2-40B4-BE49-F238E27FC236}">
                <a16:creationId xmlns:a16="http://schemas.microsoft.com/office/drawing/2014/main" id="{15CB0B01-6E52-4E8C-8F16-75AC825B8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448425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166B0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2166B0"/>
                </a:solidFill>
                <a:latin typeface="Hiragino Sans GB"/>
                <a:ea typeface="Hiragino Sans GB"/>
                <a:cs typeface="Hiragino Sans GB"/>
              </a:rPr>
              <a:t>⑥ 正文与序列化预算</a:t>
            </a:r>
          </a:p>
        </p:txBody>
      </p:sp>
      <p:sp>
        <p:nvSpPr>
          <p:cNvPr id="286" name="glyph-hexagon-285">
            <a:extLst xmlns:a="http://schemas.openxmlformats.org/drawingml/2006/main">
              <a:ext uri="{FF2B5EF4-FFF2-40B4-BE49-F238E27FC236}">
                <a16:creationId xmlns:a16="http://schemas.microsoft.com/office/drawing/2014/main" id="{A4529ECC-0CE7-48DC-A0D2-30CEB9689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67525"/>
            <a:ext cx="2181225" cy="647700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EAF3FD"/>
          </a:solidFill>
          <a:ln xmlns:a="http://schemas.openxmlformats.org/drawingml/2006/main" w="13335">
            <a:solidFill>
              <a:srgbClr val="2166B0"/>
            </a:solidFill>
          </a:ln>
        </p:spPr>
      </p:sp>
      <p:sp>
        <p:nvSpPr>
          <p:cNvPr id="287" name="text-286">
            <a:extLst xmlns:a="http://schemas.openxmlformats.org/drawingml/2006/main">
              <a:ext uri="{FF2B5EF4-FFF2-40B4-BE49-F238E27FC236}">
                <a16:creationId xmlns:a16="http://schemas.microsoft.com/office/drawing/2014/main" id="{B815A13B-F008-418A-AAF1-885FC7D1C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943725"/>
            <a:ext cx="180022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63A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425" b="1">
                <a:solidFill>
                  <a:srgbClr val="163A63"/>
                </a:solidFill>
                <a:latin typeface="Hiragino Sans GB"/>
                <a:ea typeface="Hiragino Sans GB"/>
                <a:cs typeface="Hiragino Sans GB"/>
              </a:rPr>
              <a:t>两级内存字节预算</a:t>
            </a:r>
          </a:p>
          <a:p xmlns:a="http://schemas.openxmlformats.org/drawingml/2006/main">
            <a:pPr algn="ctr">
              <a:defRPr sz="1425" b="1">
                <a:solidFill>
                  <a:srgbClr val="163A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425" b="1">
                <a:solidFill>
                  <a:srgbClr val="163A63"/>
                </a:solidFill>
                <a:latin typeface="Hiragino Sans GB"/>
                <a:ea typeface="Hiragino Sans GB"/>
                <a:cs typeface="Hiragino Sans GB"/>
              </a:rPr>
              <a:t>预留字节后追加</a:t>
            </a:r>
          </a:p>
        </p:txBody>
      </p:sp>
      <p:sp>
        <p:nvSpPr>
          <p:cNvPr id="288" name="shape-287">
            <a:extLst xmlns:a="http://schemas.openxmlformats.org/drawingml/2006/main">
              <a:ext uri="{FF2B5EF4-FFF2-40B4-BE49-F238E27FC236}">
                <a16:creationId xmlns:a16="http://schemas.microsoft.com/office/drawing/2014/main" id="{F3D75529-1DE3-4723-AAA5-71FA8955E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718185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sp>
        <p:nvSpPr>
          <p:cNvPr id="289" name="shape-288">
            <a:extLst xmlns:a="http://schemas.openxmlformats.org/drawingml/2006/main">
              <a:ext uri="{FF2B5EF4-FFF2-40B4-BE49-F238E27FC236}">
                <a16:creationId xmlns:a16="http://schemas.microsoft.com/office/drawing/2014/main" id="{2A46B737-FF99-4CBB-A982-63666327E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718185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cxnSp>
        <p:nvCxnSpPr>
          <p:cNvPr id="627" name=""/>
          <p:cNvCxnSpPr>
            <a:stCxn xmlns:a="http://schemas.openxmlformats.org/drawingml/2006/main" id="288" idx="3"/>
            <a:endCxn xmlns:a="http://schemas.openxmlformats.org/drawingml/2006/main" id="289" idx="1"/>
          </p:cNvCxnSpPr>
          <p:nvPr/>
        </p:nvCxnSpPr>
        <p:spPr>
          <a:xfrm xmlns:a="http://schemas.openxmlformats.org/drawingml/2006/main">
            <a:off x="2724150" y="7186613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2166B0"/>
            </a:solidFill>
            <a:prstDash val="solid"/>
            <a:tailEnd type="triangle" w="sm" len="sm"/>
          </a:ln>
        </p:spPr>
      </p:cxnSp>
      <p:sp>
        <p:nvSpPr>
          <p:cNvPr id="291" name="glyph-rect-290">
            <a:extLst xmlns:a="http://schemas.openxmlformats.org/drawingml/2006/main">
              <a:ext uri="{FF2B5EF4-FFF2-40B4-BE49-F238E27FC236}">
                <a16:creationId xmlns:a16="http://schemas.microsoft.com/office/drawing/2014/main" id="{DE2C00CC-4CF8-4A25-8E05-45837991C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6896100"/>
            <a:ext cx="5905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7FD"/>
          </a:solidFill>
          <a:ln xmlns:a="http://schemas.openxmlformats.org/drawingml/2006/main" w="9525">
            <a:solidFill>
              <a:srgbClr val="B9CEE5"/>
            </a:solidFill>
          </a:ln>
        </p:spPr>
      </p:sp>
      <p:sp>
        <p:nvSpPr>
          <p:cNvPr id="292" name="glyph-rect-291">
            <a:extLst xmlns:a="http://schemas.openxmlformats.org/drawingml/2006/main">
              <a:ext uri="{FF2B5EF4-FFF2-40B4-BE49-F238E27FC236}">
                <a16:creationId xmlns:a16="http://schemas.microsoft.com/office/drawing/2014/main" id="{9EEE8FA3-3C5E-4BC8-882A-BC7D73726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6858000"/>
            <a:ext cx="5905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CEE5"/>
            </a:solidFill>
          </a:ln>
        </p:spPr>
      </p:sp>
      <p:sp>
        <p:nvSpPr>
          <p:cNvPr id="293" name="path-292">
            <a:extLst xmlns:a="http://schemas.openxmlformats.org/drawingml/2006/main">
              <a:ext uri="{FF2B5EF4-FFF2-40B4-BE49-F238E27FC236}">
                <a16:creationId xmlns:a16="http://schemas.microsoft.com/office/drawing/2014/main" id="{E2B0668F-DE2B-45BA-9EEF-5908C6E09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6829425"/>
            <a:ext cx="590550" cy="647700"/>
          </a:xfrm>
          <a:custGeom xmlns:a="http://schemas.openxmlformats.org/drawingml/2006/main">
            <a:pathLst>
              <a:path w="590550" h="647700">
                <a:moveTo>
                  <a:pt x="0" y="0"/>
                </a:moveTo>
                <a:lnTo>
                  <a:pt x="466725" y="0"/>
                </a:lnTo>
                <a:lnTo>
                  <a:pt x="590550" y="123825"/>
                </a:lnTo>
                <a:lnTo>
                  <a:pt x="590550" y="647700"/>
                </a:lnTo>
                <a:lnTo>
                  <a:pt x="0" y="647700"/>
                </a:lnTo>
                <a:close/>
              </a:path>
            </a:pathLst>
          </a:cu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2166B0"/>
            </a:solidFill>
          </a:ln>
        </p:spPr>
      </p:sp>
      <p:sp>
        <p:nvSpPr>
          <p:cNvPr id="294" name="line-293">
            <a:extLst xmlns:a="http://schemas.openxmlformats.org/drawingml/2006/main">
              <a:ext uri="{FF2B5EF4-FFF2-40B4-BE49-F238E27FC236}">
                <a16:creationId xmlns:a16="http://schemas.microsoft.com/office/drawing/2014/main" id="{89F24416-731B-4F72-A87F-07EEB697D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6829425"/>
            <a:ext cx="0" cy="1238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2166B0"/>
            </a:solidFill>
            <a:prstDash val="solid"/>
          </a:ln>
        </p:spPr>
      </p:sp>
      <p:sp>
        <p:nvSpPr>
          <p:cNvPr id="295" name="line-294">
            <a:extLst xmlns:a="http://schemas.openxmlformats.org/drawingml/2006/main">
              <a:ext uri="{FF2B5EF4-FFF2-40B4-BE49-F238E27FC236}">
                <a16:creationId xmlns:a16="http://schemas.microsoft.com/office/drawing/2014/main" id="{D9FEF4A9-5E1D-41CB-8B07-830D90DB6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6953250"/>
            <a:ext cx="1238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2166B0"/>
            </a:solidFill>
            <a:prstDash val="solid"/>
          </a:ln>
        </p:spPr>
      </p:sp>
      <p:sp>
        <p:nvSpPr>
          <p:cNvPr id="296" name="line-295">
            <a:extLst xmlns:a="http://schemas.openxmlformats.org/drawingml/2006/main">
              <a:ext uri="{FF2B5EF4-FFF2-40B4-BE49-F238E27FC236}">
                <a16:creationId xmlns:a16="http://schemas.microsoft.com/office/drawing/2014/main" id="{A5E81E9C-B567-4340-9DE2-22FFBFFF5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7038975"/>
            <a:ext cx="400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2166B0"/>
            </a:solidFill>
            <a:prstDash val="solid"/>
          </a:ln>
        </p:spPr>
      </p:sp>
      <p:sp>
        <p:nvSpPr>
          <p:cNvPr id="297" name="line-296">
            <a:extLst xmlns:a="http://schemas.openxmlformats.org/drawingml/2006/main">
              <a:ext uri="{FF2B5EF4-FFF2-40B4-BE49-F238E27FC236}">
                <a16:creationId xmlns:a16="http://schemas.microsoft.com/office/drawing/2014/main" id="{C08AC80F-1FF3-4A45-AD07-6076B9710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7153275"/>
            <a:ext cx="400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2166B0"/>
            </a:solidFill>
            <a:prstDash val="solid"/>
          </a:ln>
        </p:spPr>
      </p:sp>
      <p:sp>
        <p:nvSpPr>
          <p:cNvPr id="298" name="line-297">
            <a:extLst xmlns:a="http://schemas.openxmlformats.org/drawingml/2006/main">
              <a:ext uri="{FF2B5EF4-FFF2-40B4-BE49-F238E27FC236}">
                <a16:creationId xmlns:a16="http://schemas.microsoft.com/office/drawing/2014/main" id="{6BCC343B-CDEA-494E-B348-F43D69712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7267575"/>
            <a:ext cx="400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383">
            <a:solidFill>
              <a:srgbClr val="2166B0"/>
            </a:solidFill>
            <a:prstDash val="solid"/>
          </a:ln>
        </p:spPr>
      </p:sp>
      <p:sp>
        <p:nvSpPr>
          <p:cNvPr id="299" name="text-298">
            <a:extLst xmlns:a="http://schemas.openxmlformats.org/drawingml/2006/main">
              <a:ext uri="{FF2B5EF4-FFF2-40B4-BE49-F238E27FC236}">
                <a16:creationId xmlns:a16="http://schemas.microsoft.com/office/drawing/2014/main" id="{93550CAA-250D-4C79-87A4-4872B1472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5725" y="6791325"/>
            <a:ext cx="16287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3A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425" b="1">
                <a:solidFill>
                  <a:srgbClr val="163A63"/>
                </a:solidFill>
                <a:latin typeface="Hiragino Sans GB"/>
                <a:ea typeface="Hiragino Sans GB"/>
                <a:cs typeface="Hiragino Sans GB"/>
              </a:rPr>
              <a:t>正文 / Parts</a:t>
            </a:r>
          </a:p>
        </p:txBody>
      </p:sp>
      <p:sp>
        <p:nvSpPr>
          <p:cNvPr id="300" name="text-299">
            <a:extLst xmlns:a="http://schemas.openxmlformats.org/drawingml/2006/main">
              <a:ext uri="{FF2B5EF4-FFF2-40B4-BE49-F238E27FC236}">
                <a16:creationId xmlns:a16="http://schemas.microsoft.com/office/drawing/2014/main" id="{ADD37858-43AC-4A69-8A65-45CB31006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5725" y="7048500"/>
            <a:ext cx="16287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3A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425" b="1">
                <a:solidFill>
                  <a:srgbClr val="163A63"/>
                </a:solidFill>
                <a:latin typeface="Hiragino Sans GB"/>
                <a:ea typeface="Hiragino Sans GB"/>
                <a:cs typeface="Hiragino Sans GB"/>
              </a:rPr>
              <a:t>编码副本</a:t>
            </a:r>
          </a:p>
        </p:txBody>
      </p:sp>
      <p:sp>
        <p:nvSpPr>
          <p:cNvPr id="301" name="text-300">
            <a:extLst xmlns:a="http://schemas.openxmlformats.org/drawingml/2006/main">
              <a:ext uri="{FF2B5EF4-FFF2-40B4-BE49-F238E27FC236}">
                <a16:creationId xmlns:a16="http://schemas.microsoft.com/office/drawing/2014/main" id="{C77BABF1-45D9-4321-9019-F77C0D7CC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5725" y="7353300"/>
            <a:ext cx="1666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47D9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275" b="0">
                <a:solidFill>
                  <a:srgbClr val="647D99"/>
                </a:solidFill>
                <a:latin typeface="Hiragino Sans GB"/>
                <a:ea typeface="Hiragino Sans GB"/>
                <a:cs typeface="Hiragino Sans GB"/>
              </a:rPr>
              <a:t>累计与终态峰值受限</a:t>
            </a:r>
          </a:p>
        </p:txBody>
      </p:sp>
      <p:sp>
        <p:nvSpPr>
          <p:cNvPr id="302" name="text-301">
            <a:extLst xmlns:a="http://schemas.openxmlformats.org/drawingml/2006/main">
              <a:ext uri="{FF2B5EF4-FFF2-40B4-BE49-F238E27FC236}">
                <a16:creationId xmlns:a16="http://schemas.microsoft.com/office/drawing/2014/main" id="{FC718B9A-46DB-47D3-91B0-2BF9E64CE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6448425"/>
            <a:ext cx="4191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3A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1">
                <a:solidFill>
                  <a:srgbClr val="163A63"/>
                </a:solidFill>
                <a:latin typeface="Hiragino Sans GB"/>
                <a:ea typeface="Hiragino Sans GB"/>
                <a:cs typeface="Hiragino Sans GB"/>
              </a:rPr>
              <a:t>应用写库 / 实时广播</a:t>
            </a:r>
          </a:p>
        </p:txBody>
      </p:sp>
      <p:sp>
        <p:nvSpPr>
          <p:cNvPr id="303" name="glyph-can-302">
            <a:extLst xmlns:a="http://schemas.openxmlformats.org/drawingml/2006/main">
              <a:ext uri="{FF2B5EF4-FFF2-40B4-BE49-F238E27FC236}">
                <a16:creationId xmlns:a16="http://schemas.microsoft.com/office/drawing/2014/main" id="{01DDC3D8-7C63-4379-BC05-BE6B6D9D3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6819900"/>
            <a:ext cx="552450" cy="552450"/>
          </a:xfrm>
          <a:prstGeom xmlns:a="http://schemas.openxmlformats.org/drawingml/2006/main" prst="can">
            <a:avLst/>
          </a:prstGeom>
          <a:solidFill xmlns:a="http://schemas.openxmlformats.org/drawingml/2006/main">
            <a:srgbClr val="EAF1FB"/>
          </a:solidFill>
          <a:ln xmlns:a="http://schemas.openxmlformats.org/drawingml/2006/main" w="16193">
            <a:solidFill>
              <a:srgbClr val="416FA8"/>
            </a:solidFill>
          </a:ln>
        </p:spPr>
      </p:sp>
      <p:sp>
        <p:nvSpPr>
          <p:cNvPr id="304" name="text-303">
            <a:extLst xmlns:a="http://schemas.openxmlformats.org/drawingml/2006/main">
              <a:ext uri="{FF2B5EF4-FFF2-40B4-BE49-F238E27FC236}">
                <a16:creationId xmlns:a16="http://schemas.microsoft.com/office/drawing/2014/main" id="{F44F59B4-E7B3-4F4D-8FA6-4342CE749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6800850"/>
            <a:ext cx="1200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63A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1">
                <a:solidFill>
                  <a:srgbClr val="163A63"/>
                </a:solidFill>
                <a:latin typeface="Hiragino Sans GB"/>
                <a:ea typeface="Hiragino Sans GB"/>
                <a:cs typeface="Hiragino Sans GB"/>
              </a:rPr>
              <a:t>共享DB</a:t>
            </a:r>
          </a:p>
        </p:txBody>
      </p:sp>
      <p:sp>
        <p:nvSpPr>
          <p:cNvPr id="305" name="text-304">
            <a:extLst xmlns:a="http://schemas.openxmlformats.org/drawingml/2006/main">
              <a:ext uri="{FF2B5EF4-FFF2-40B4-BE49-F238E27FC236}">
                <a16:creationId xmlns:a16="http://schemas.microsoft.com/office/drawing/2014/main" id="{A8418125-F54C-4A10-BFEC-DCD4219AB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7105650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7D9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647D99"/>
                </a:solidFill>
                <a:latin typeface="Hiragino Sans GB"/>
                <a:ea typeface="Hiragino Sans GB"/>
                <a:cs typeface="Hiragino Sans GB"/>
              </a:rPr>
              <a:t>（openGauss）</a:t>
            </a:r>
          </a:p>
        </p:txBody>
      </p:sp>
      <p:sp>
        <p:nvSpPr>
          <p:cNvPr id="306" name="path-305">
            <a:extLst xmlns:a="http://schemas.openxmlformats.org/drawingml/2006/main">
              <a:ext uri="{FF2B5EF4-FFF2-40B4-BE49-F238E27FC236}">
                <a16:creationId xmlns:a16="http://schemas.microsoft.com/office/drawing/2014/main" id="{517C0F8E-BB6C-4C1D-BE7F-564505060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7113270"/>
            <a:ext cx="628650" cy="205740"/>
          </a:xfrm>
          <a:custGeom xmlns:a="http://schemas.openxmlformats.org/drawingml/2006/main">
            <a:pathLst>
              <a:path w="628650" h="205740">
                <a:moveTo>
                  <a:pt x="314325" y="0"/>
                </a:moveTo>
                <a:lnTo>
                  <a:pt x="628650" y="102870"/>
                </a:lnTo>
                <a:lnTo>
                  <a:pt x="314325" y="205740"/>
                </a:lnTo>
                <a:lnTo>
                  <a:pt x="0" y="102870"/>
                </a:lnTo>
                <a:close/>
              </a:path>
            </a:pathLst>
          </a:custGeom>
          <a:solidFill xmlns:a="http://schemas.openxmlformats.org/drawingml/2006/main">
            <a:srgbClr val="E8F0FE"/>
          </a:solidFill>
          <a:ln xmlns:a="http://schemas.openxmlformats.org/drawingml/2006/main" w="14288">
            <a:solidFill>
              <a:srgbClr val="376AAF"/>
            </a:solidFill>
          </a:ln>
        </p:spPr>
      </p:sp>
      <p:sp>
        <p:nvSpPr>
          <p:cNvPr id="307" name="path-306">
            <a:extLst xmlns:a="http://schemas.openxmlformats.org/drawingml/2006/main">
              <a:ext uri="{FF2B5EF4-FFF2-40B4-BE49-F238E27FC236}">
                <a16:creationId xmlns:a16="http://schemas.microsoft.com/office/drawing/2014/main" id="{DF962F9D-2E0F-4FFC-84A9-B20BD0D82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7018973"/>
            <a:ext cx="628650" cy="205740"/>
          </a:xfrm>
          <a:custGeom xmlns:a="http://schemas.openxmlformats.org/drawingml/2006/main">
            <a:pathLst>
              <a:path w="628650" h="205740">
                <a:moveTo>
                  <a:pt x="314325" y="0"/>
                </a:moveTo>
                <a:lnTo>
                  <a:pt x="628650" y="102870"/>
                </a:lnTo>
                <a:lnTo>
                  <a:pt x="314325" y="205740"/>
                </a:lnTo>
                <a:lnTo>
                  <a:pt x="0" y="102870"/>
                </a:lnTo>
                <a:close/>
              </a:path>
            </a:pathLst>
          </a:custGeom>
          <a:solidFill xmlns:a="http://schemas.openxmlformats.org/drawingml/2006/main">
            <a:srgbClr val="E8F0FE"/>
          </a:solidFill>
          <a:ln xmlns:a="http://schemas.openxmlformats.org/drawingml/2006/main" w="14288">
            <a:solidFill>
              <a:srgbClr val="376AAF"/>
            </a:solidFill>
          </a:ln>
        </p:spPr>
      </p:sp>
      <p:sp>
        <p:nvSpPr>
          <p:cNvPr id="308" name="path-307">
            <a:extLst xmlns:a="http://schemas.openxmlformats.org/drawingml/2006/main">
              <a:ext uri="{FF2B5EF4-FFF2-40B4-BE49-F238E27FC236}">
                <a16:creationId xmlns:a16="http://schemas.microsoft.com/office/drawing/2014/main" id="{8CBE5FB4-6571-4F1E-844F-B8F739896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6924675"/>
            <a:ext cx="628650" cy="205740"/>
          </a:xfrm>
          <a:custGeom xmlns:a="http://schemas.openxmlformats.org/drawingml/2006/main">
            <a:pathLst>
              <a:path w="628650" h="205740">
                <a:moveTo>
                  <a:pt x="314325" y="0"/>
                </a:moveTo>
                <a:lnTo>
                  <a:pt x="628650" y="102870"/>
                </a:lnTo>
                <a:lnTo>
                  <a:pt x="314325" y="205740"/>
                </a:lnTo>
                <a:lnTo>
                  <a:pt x="0" y="102870"/>
                </a:lnTo>
                <a:close/>
              </a:path>
            </a:pathLst>
          </a:custGeom>
          <a:solidFill xmlns:a="http://schemas.openxmlformats.org/drawingml/2006/main">
            <a:srgbClr val="E8F0FE"/>
          </a:solidFill>
          <a:ln xmlns:a="http://schemas.openxmlformats.org/drawingml/2006/main" w="14288">
            <a:solidFill>
              <a:srgbClr val="376AAF"/>
            </a:solidFill>
          </a:ln>
        </p:spPr>
      </p:sp>
      <p:sp>
        <p:nvSpPr>
          <p:cNvPr id="309" name="text-308">
            <a:extLst xmlns:a="http://schemas.openxmlformats.org/drawingml/2006/main">
              <a:ext uri="{FF2B5EF4-FFF2-40B4-BE49-F238E27FC236}">
                <a16:creationId xmlns:a16="http://schemas.microsoft.com/office/drawing/2014/main" id="{1C9395CA-7CEE-4BA1-835C-97DFC4902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6819900"/>
            <a:ext cx="933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63A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163A63"/>
                </a:solidFill>
                <a:latin typeface="Hiragino Sans GB"/>
                <a:ea typeface="Hiragino Sans GB"/>
                <a:cs typeface="Hiragino Sans GB"/>
              </a:rPr>
              <a:t>Redis</a:t>
            </a:r>
          </a:p>
        </p:txBody>
      </p:sp>
      <p:sp>
        <p:nvSpPr>
          <p:cNvPr id="310" name="text-309">
            <a:extLst xmlns:a="http://schemas.openxmlformats.org/drawingml/2006/main">
              <a:ext uri="{FF2B5EF4-FFF2-40B4-BE49-F238E27FC236}">
                <a16:creationId xmlns:a16="http://schemas.microsoft.com/office/drawing/2014/main" id="{718AC923-F88F-44DB-B9DC-9C71FA9B7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7162800"/>
            <a:ext cx="1047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47D9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647D99"/>
                </a:solidFill>
                <a:latin typeface="Hiragino Sans GB"/>
                <a:ea typeface="Hiragino Sans GB"/>
                <a:cs typeface="Hiragino Sans GB"/>
              </a:rPr>
              <a:t>实时广播</a:t>
            </a:r>
          </a:p>
        </p:txBody>
      </p:sp>
      <p:sp>
        <p:nvSpPr>
          <p:cNvPr id="311" name="shape-310">
            <a:extLst xmlns:a="http://schemas.openxmlformats.org/drawingml/2006/main">
              <a:ext uri="{FF2B5EF4-FFF2-40B4-BE49-F238E27FC236}">
                <a16:creationId xmlns:a16="http://schemas.microsoft.com/office/drawing/2014/main" id="{6DDFC1C7-BF45-4D49-81BC-8CAA1B19E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706755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sp>
        <p:nvSpPr>
          <p:cNvPr id="312" name="shape-311">
            <a:extLst xmlns:a="http://schemas.openxmlformats.org/drawingml/2006/main">
              <a:ext uri="{FF2B5EF4-FFF2-40B4-BE49-F238E27FC236}">
                <a16:creationId xmlns:a16="http://schemas.microsoft.com/office/drawing/2014/main" id="{1C86C678-4239-49A7-827D-CD05D76F6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706755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cxnSp>
        <p:nvCxnSpPr>
          <p:cNvPr id="650" name=""/>
          <p:cNvCxnSpPr>
            <a:stCxn xmlns:a="http://schemas.openxmlformats.org/drawingml/2006/main" id="311" idx="3"/>
            <a:endCxn xmlns:a="http://schemas.openxmlformats.org/drawingml/2006/main" id="312" idx="1"/>
          </p:cNvCxnSpPr>
          <p:nvPr/>
        </p:nvCxnSpPr>
        <p:spPr>
          <a:xfrm xmlns:a="http://schemas.openxmlformats.org/drawingml/2006/main">
            <a:off x="5572125" y="7072313"/>
            <a:ext cx="209550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2166B0"/>
            </a:solidFill>
            <a:prstDash val="solid"/>
            <a:tailEnd type="triangle" w="sm" len="sm"/>
          </a:ln>
        </p:spPr>
      </p:cxnSp>
      <p:sp>
        <p:nvSpPr>
          <p:cNvPr id="314" name="shape-313">
            <a:extLst xmlns:a="http://schemas.openxmlformats.org/drawingml/2006/main">
              <a:ext uri="{FF2B5EF4-FFF2-40B4-BE49-F238E27FC236}">
                <a16:creationId xmlns:a16="http://schemas.microsoft.com/office/drawing/2014/main" id="{A0395782-3C72-46E2-8F21-959701CCB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706755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sp>
        <p:nvSpPr>
          <p:cNvPr id="315" name="shape-314">
            <a:extLst xmlns:a="http://schemas.openxmlformats.org/drawingml/2006/main">
              <a:ext uri="{FF2B5EF4-FFF2-40B4-BE49-F238E27FC236}">
                <a16:creationId xmlns:a16="http://schemas.microsoft.com/office/drawing/2014/main" id="{A8D81E99-FF8D-4184-BFF1-5639F60C7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760095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cxnSp>
        <p:nvCxnSpPr>
          <p:cNvPr id="653" name=""/>
          <p:cNvCxnSpPr>
            <a:stCxn xmlns:a="http://schemas.openxmlformats.org/drawingml/2006/main" id="314" idx="2"/>
            <a:endCxn xmlns:a="http://schemas.openxmlformats.org/drawingml/2006/main" id="315" idx="0"/>
          </p:cNvCxnSpPr>
          <p:nvPr/>
        </p:nvCxnSpPr>
        <p:spPr>
          <a:xfrm xmlns:a="http://schemas.openxmlformats.org/drawingml/2006/main">
            <a:off x="5662613" y="7077075"/>
            <a:ext cx="0" cy="523875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2166B0"/>
            </a:solidFill>
            <a:prstDash val="solid"/>
            <a:tailEnd type="none" w="sm" len="sm"/>
          </a:ln>
        </p:spPr>
      </p:cxnSp>
      <p:sp>
        <p:nvSpPr>
          <p:cNvPr id="317" name="shape-316">
            <a:extLst xmlns:a="http://schemas.openxmlformats.org/drawingml/2006/main">
              <a:ext uri="{FF2B5EF4-FFF2-40B4-BE49-F238E27FC236}">
                <a16:creationId xmlns:a16="http://schemas.microsoft.com/office/drawing/2014/main" id="{8D2AD8A1-D186-4BD1-8DB8-8FAA6FAA8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760095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sp>
        <p:nvSpPr>
          <p:cNvPr id="318" name="shape-317">
            <a:extLst xmlns:a="http://schemas.openxmlformats.org/drawingml/2006/main">
              <a:ext uri="{FF2B5EF4-FFF2-40B4-BE49-F238E27FC236}">
                <a16:creationId xmlns:a16="http://schemas.microsoft.com/office/drawing/2014/main" id="{C20BF1B3-B653-4EA4-A64C-3DF83CE4C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6775" y="760095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cxnSp>
        <p:nvCxnSpPr>
          <p:cNvPr id="656" name=""/>
          <p:cNvCxnSpPr>
            <a:stCxn xmlns:a="http://schemas.openxmlformats.org/drawingml/2006/main" id="317" idx="3"/>
            <a:endCxn xmlns:a="http://schemas.openxmlformats.org/drawingml/2006/main" id="318" idx="1"/>
          </p:cNvCxnSpPr>
          <p:nvPr/>
        </p:nvCxnSpPr>
        <p:spPr>
          <a:xfrm xmlns:a="http://schemas.openxmlformats.org/drawingml/2006/main">
            <a:off x="5667375" y="7605713"/>
            <a:ext cx="2819400" cy="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2166B0"/>
            </a:solidFill>
            <a:prstDash val="solid"/>
            <a:tailEnd type="none" w="sm" len="sm"/>
          </a:ln>
        </p:spPr>
      </p:cxnSp>
      <p:sp>
        <p:nvSpPr>
          <p:cNvPr id="320" name="shape-319">
            <a:extLst xmlns:a="http://schemas.openxmlformats.org/drawingml/2006/main">
              <a:ext uri="{FF2B5EF4-FFF2-40B4-BE49-F238E27FC236}">
                <a16:creationId xmlns:a16="http://schemas.microsoft.com/office/drawing/2014/main" id="{18623BD7-4AD5-444A-9A64-4195CB526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6775" y="760095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sp>
        <p:nvSpPr>
          <p:cNvPr id="321" name="shape-320">
            <a:extLst xmlns:a="http://schemas.openxmlformats.org/drawingml/2006/main">
              <a:ext uri="{FF2B5EF4-FFF2-40B4-BE49-F238E27FC236}">
                <a16:creationId xmlns:a16="http://schemas.microsoft.com/office/drawing/2014/main" id="{EEFA7C35-FD19-459A-B11F-A37C9F900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6775" y="7324725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1906">
            <a:noFill/>
          </a:ln>
        </p:spPr>
      </p:sp>
      <p:cxnSp>
        <p:nvCxnSpPr>
          <p:cNvPr id="659" name=""/>
          <p:cNvCxnSpPr>
            <a:stCxn xmlns:a="http://schemas.openxmlformats.org/drawingml/2006/main" id="320" idx="0"/>
            <a:endCxn xmlns:a="http://schemas.openxmlformats.org/drawingml/2006/main" id="321" idx="2"/>
          </p:cNvCxnSpPr>
          <p:nvPr/>
        </p:nvCxnSpPr>
        <p:spPr>
          <a:xfrm xmlns:a="http://schemas.openxmlformats.org/drawingml/2006/main" flipV="1">
            <a:off x="8491538" y="7334250"/>
            <a:ext cx="0" cy="266700"/>
          </a:xfrm>
          <a:prstGeom xmlns:a="http://schemas.openxmlformats.org/drawingml/2006/main" prst="straightConnector1">
            <a:avLst/>
          </a:prstGeom>
          <a:ln xmlns:a="http://schemas.openxmlformats.org/drawingml/2006/main" w="20003">
            <a:solidFill>
              <a:srgbClr val="2166B0"/>
            </a:solidFill>
            <a:prstDash val="solid"/>
            <a:tailEnd type="triangle" w="sm" len="sm"/>
          </a:ln>
        </p:spPr>
      </p:cxnSp>
      <p:sp>
        <p:nvSpPr>
          <p:cNvPr id="323" name="text-322">
            <a:extLst xmlns:a="http://schemas.openxmlformats.org/drawingml/2006/main">
              <a:ext uri="{FF2B5EF4-FFF2-40B4-BE49-F238E27FC236}">
                <a16:creationId xmlns:a16="http://schemas.microsoft.com/office/drawing/2014/main" id="{FAC15431-765C-4643-9144-9DAC7F771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2038350"/>
            <a:ext cx="4286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166B0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2166B0"/>
                </a:solidFill>
                <a:latin typeface="Hiragino Sans GB"/>
                <a:ea typeface="Hiragino Sans GB"/>
                <a:cs typeface="Hiragino Sans GB"/>
              </a:rPr>
              <a:t>① 两级并发上限</a:t>
            </a:r>
          </a:p>
        </p:txBody>
      </p:sp>
      <p:sp>
        <p:nvSpPr>
          <p:cNvPr id="324" name="text-323">
            <a:extLst xmlns:a="http://schemas.openxmlformats.org/drawingml/2006/main">
              <a:ext uri="{FF2B5EF4-FFF2-40B4-BE49-F238E27FC236}">
                <a16:creationId xmlns:a16="http://schemas.microsoft.com/office/drawing/2014/main" id="{2F2C0602-E8A4-401E-BFF1-A0045B1CA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2352675"/>
            <a:ext cx="4286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D46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2D4663"/>
                </a:solidFill>
                <a:latin typeface="Hiragino Sans GB"/>
                <a:ea typeface="Hiragino Sans GB"/>
                <a:cs typeface="Hiragino Sans GB"/>
              </a:rPr>
              <a:t>实例：全部DomainAgent与Relay在途总数。</a:t>
            </a:r>
          </a:p>
          <a:p xmlns:a="http://schemas.openxmlformats.org/drawingml/2006/main">
            <a:pPr algn="l">
              <a:defRPr sz="1575" b="0">
                <a:solidFill>
                  <a:srgbClr val="2D46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2D4663"/>
                </a:solidFill>
                <a:latin typeface="Hiragino Sans GB"/>
                <a:ea typeface="Hiragino Sans GB"/>
                <a:cs typeface="Hiragino Sans GB"/>
              </a:rPr>
              <a:t>目标：按skillId或Relay分别统计在途数。</a:t>
            </a:r>
          </a:p>
        </p:txBody>
      </p:sp>
      <p:sp>
        <p:nvSpPr>
          <p:cNvPr id="325" name="text-324">
            <a:extLst xmlns:a="http://schemas.openxmlformats.org/drawingml/2006/main">
              <a:ext uri="{FF2B5EF4-FFF2-40B4-BE49-F238E27FC236}">
                <a16:creationId xmlns:a16="http://schemas.microsoft.com/office/drawing/2014/main" id="{7C02AADA-AEAC-4E6A-B134-E067F8CC7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2971800"/>
            <a:ext cx="4286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166B0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2166B0"/>
                </a:solidFill>
                <a:latin typeface="Hiragino Sans GB"/>
                <a:ea typeface="Hiragino Sans GB"/>
                <a:cs typeface="Hiragino Sans GB"/>
              </a:rPr>
              <a:t>② 总期限与下游握手</a:t>
            </a:r>
          </a:p>
        </p:txBody>
      </p:sp>
      <p:sp>
        <p:nvSpPr>
          <p:cNvPr id="326" name="text-325">
            <a:extLst xmlns:a="http://schemas.openxmlformats.org/drawingml/2006/main">
              <a:ext uri="{FF2B5EF4-FFF2-40B4-BE49-F238E27FC236}">
                <a16:creationId xmlns:a16="http://schemas.microsoft.com/office/drawing/2014/main" id="{049938D5-0E93-4E07-B9D6-4149AA25E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3286125"/>
            <a:ext cx="4286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D46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2D4663"/>
                </a:solidFill>
                <a:latin typeface="Hiragino Sans GB"/>
                <a:ea typeface="Hiragino Sans GB"/>
                <a:cs typeface="Hiragino Sans GB"/>
              </a:rPr>
              <a:t>受理起算总期限，逐阶段扣减预算。</a:t>
            </a:r>
          </a:p>
          <a:p xmlns:a="http://schemas.openxmlformats.org/drawingml/2006/main">
            <a:pPr algn="l">
              <a:defRPr sz="1575" b="0">
                <a:solidFill>
                  <a:srgbClr val="2D46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2D4663"/>
                </a:solidFill>
                <a:latin typeface="Hiragino Sans GB"/>
                <a:ea typeface="Hiragino Sans GB"/>
                <a:cs typeface="Hiragino Sans GB"/>
              </a:rPr>
              <a:t>三方签认响应契约，联测后按版本启用。</a:t>
            </a:r>
          </a:p>
        </p:txBody>
      </p:sp>
      <p:sp>
        <p:nvSpPr>
          <p:cNvPr id="327" name="text-326">
            <a:extLst xmlns:a="http://schemas.openxmlformats.org/drawingml/2006/main">
              <a:ext uri="{FF2B5EF4-FFF2-40B4-BE49-F238E27FC236}">
                <a16:creationId xmlns:a16="http://schemas.microsoft.com/office/drawing/2014/main" id="{49A042FF-9259-4D9E-B398-E257BCA99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3905250"/>
            <a:ext cx="4286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166B0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2166B0"/>
                </a:solidFill>
                <a:latin typeface="Hiragino Sans GB"/>
                <a:ea typeface="Hiragino Sans GB"/>
                <a:cs typeface="Hiragino Sans GB"/>
              </a:rPr>
              <a:t>③ 协议互锁与受限解析</a:t>
            </a:r>
          </a:p>
        </p:txBody>
      </p:sp>
      <p:sp>
        <p:nvSpPr>
          <p:cNvPr id="328" name="text-327">
            <a:extLst xmlns:a="http://schemas.openxmlformats.org/drawingml/2006/main">
              <a:ext uri="{FF2B5EF4-FFF2-40B4-BE49-F238E27FC236}">
                <a16:creationId xmlns:a16="http://schemas.microsoft.com/office/drawing/2014/main" id="{7A0EAFCB-124D-4C15-8668-A5F8D7FFD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4219575"/>
            <a:ext cx="4286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D46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2D4663"/>
                </a:solidFill>
                <a:latin typeface="Hiragino Sans GB"/>
                <a:ea typeface="Hiragino Sans GB"/>
                <a:cs typeface="Hiragino Sans GB"/>
              </a:rPr>
              <a:t>限帧、深度、JSON token及字段规模。</a:t>
            </a:r>
          </a:p>
          <a:p xmlns:a="http://schemas.openxmlformats.org/drawingml/2006/main">
            <a:pPr algn="l">
              <a:defRPr sz="1575" b="0">
                <a:solidFill>
                  <a:srgbClr val="2D46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2D4663"/>
                </a:solidFill>
                <a:latin typeface="Hiragino Sans GB"/>
                <a:ea typeface="Hiragino Sans GB"/>
                <a:cs typeface="Hiragino Sans GB"/>
              </a:rPr>
              <a:t>边读边验，超限失败，不截断报成功。</a:t>
            </a:r>
          </a:p>
        </p:txBody>
      </p:sp>
      <p:sp>
        <p:nvSpPr>
          <p:cNvPr id="329" name="text-328">
            <a:extLst xmlns:a="http://schemas.openxmlformats.org/drawingml/2006/main">
              <a:ext uri="{FF2B5EF4-FFF2-40B4-BE49-F238E27FC236}">
                <a16:creationId xmlns:a16="http://schemas.microsoft.com/office/drawing/2014/main" id="{3747A31D-95B6-455A-BE40-83C5A8CC2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4838700"/>
            <a:ext cx="4286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166B0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2166B0"/>
                </a:solidFill>
                <a:latin typeface="Hiragino Sans GB"/>
                <a:ea typeface="Hiragino Sans GB"/>
                <a:cs typeface="Hiragino Sans GB"/>
              </a:rPr>
              <a:t>④ 背压与驻留内存双重约束</a:t>
            </a:r>
          </a:p>
        </p:txBody>
      </p:sp>
      <p:sp>
        <p:nvSpPr>
          <p:cNvPr id="330" name="text-329">
            <a:extLst xmlns:a="http://schemas.openxmlformats.org/drawingml/2006/main">
              <a:ext uri="{FF2B5EF4-FFF2-40B4-BE49-F238E27FC236}">
                <a16:creationId xmlns:a16="http://schemas.microsoft.com/office/drawing/2014/main" id="{8958401A-3BF4-453B-99A7-6A4EF5EC2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5153025"/>
            <a:ext cx="4286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D46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2D4663"/>
                </a:solidFill>
                <a:latin typeface="Hiragino Sans GB"/>
                <a:ea typeface="Hiragino Sans GB"/>
                <a:cs typeface="Hiragino Sans GB"/>
              </a:rPr>
              <a:t>缓冲按条数/字节设限，高停低恢复。</a:t>
            </a:r>
          </a:p>
          <a:p xmlns:a="http://schemas.openxmlformats.org/drawingml/2006/main">
            <a:pPr algn="l">
              <a:defRPr sz="1575" b="0">
                <a:solidFill>
                  <a:srgbClr val="2D46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2D4663"/>
                </a:solidFill>
                <a:latin typeface="Hiragino Sans GB"/>
                <a:ea typeface="Hiragino Sans GB"/>
                <a:cs typeface="Hiragino Sans GB"/>
              </a:rPr>
              <a:t>任务只传引用，出队仍计驻留内存。</a:t>
            </a:r>
          </a:p>
        </p:txBody>
      </p:sp>
      <p:sp>
        <p:nvSpPr>
          <p:cNvPr id="331" name="text-330">
            <a:extLst xmlns:a="http://schemas.openxmlformats.org/drawingml/2006/main">
              <a:ext uri="{FF2B5EF4-FFF2-40B4-BE49-F238E27FC236}">
                <a16:creationId xmlns:a16="http://schemas.microsoft.com/office/drawing/2014/main" id="{DE2C84CA-4311-4270-8DD4-91FAD9708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5772150"/>
            <a:ext cx="4286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166B0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2166B0"/>
                </a:solidFill>
                <a:latin typeface="Hiragino Sans GB"/>
                <a:ea typeface="Hiragino Sans GB"/>
                <a:cs typeface="Hiragino Sans GB"/>
              </a:rPr>
              <a:t>⑤ 任务并行数与排队数分别限制</a:t>
            </a:r>
          </a:p>
        </p:txBody>
      </p:sp>
      <p:sp>
        <p:nvSpPr>
          <p:cNvPr id="332" name="text-331">
            <a:extLst xmlns:a="http://schemas.openxmlformats.org/drawingml/2006/main">
              <a:ext uri="{FF2B5EF4-FFF2-40B4-BE49-F238E27FC236}">
                <a16:creationId xmlns:a16="http://schemas.microsoft.com/office/drawing/2014/main" id="{E2A1A7EC-073D-4379-B8B3-337B786D5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6086475"/>
            <a:ext cx="4286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D46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2D4663"/>
                </a:solidFill>
                <a:latin typeface="Hiragino Sans GB"/>
                <a:ea typeface="Hiragino Sans GB"/>
                <a:cs typeface="Hiragino Sans GB"/>
              </a:rPr>
              <a:t>P为执行任务数上限，Q为排队数上限。</a:t>
            </a:r>
          </a:p>
          <a:p xmlns:a="http://schemas.openxmlformats.org/drawingml/2006/main">
            <a:pPr algn="l">
              <a:defRPr sz="1575" b="0">
                <a:solidFill>
                  <a:srgbClr val="2D46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2D4663"/>
                </a:solidFill>
                <a:latin typeface="Hiragino Sans GB"/>
                <a:ea typeface="Hiragino Sans GB"/>
                <a:cs typeface="Hiragino Sans GB"/>
              </a:rPr>
              <a:t>同Run逐帧串行，不同Run可并行。</a:t>
            </a:r>
          </a:p>
          <a:p xmlns:a="http://schemas.openxmlformats.org/drawingml/2006/main">
            <a:pPr algn="l">
              <a:defRPr sz="1575" b="0">
                <a:solidFill>
                  <a:srgbClr val="2D46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2D4663"/>
                </a:solidFill>
                <a:latin typeface="Hiragino Sans GB"/>
                <a:ea typeface="Hiragino Sans GB"/>
                <a:cs typeface="Hiragino Sans GB"/>
              </a:rPr>
              <a:t>P/Q按任务计数，线程池大小另行配置。</a:t>
            </a:r>
          </a:p>
        </p:txBody>
      </p:sp>
      <p:sp>
        <p:nvSpPr>
          <p:cNvPr id="333" name="text-332">
            <a:extLst xmlns:a="http://schemas.openxmlformats.org/drawingml/2006/main">
              <a:ext uri="{FF2B5EF4-FFF2-40B4-BE49-F238E27FC236}">
                <a16:creationId xmlns:a16="http://schemas.microsoft.com/office/drawing/2014/main" id="{8FCED517-7D2F-4F3C-B547-7B1D9F33C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6800850"/>
            <a:ext cx="4286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166B0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2166B0"/>
                </a:solidFill>
                <a:latin typeface="Hiragino Sans GB"/>
                <a:ea typeface="Hiragino Sans GB"/>
                <a:cs typeface="Hiragino Sans GB"/>
              </a:rPr>
              <a:t>⑥ 累计正文与复制峰值有界</a:t>
            </a:r>
          </a:p>
        </p:txBody>
      </p:sp>
      <p:sp>
        <p:nvSpPr>
          <p:cNvPr id="334" name="text-333">
            <a:extLst xmlns:a="http://schemas.openxmlformats.org/drawingml/2006/main">
              <a:ext uri="{FF2B5EF4-FFF2-40B4-BE49-F238E27FC236}">
                <a16:creationId xmlns:a16="http://schemas.microsoft.com/office/drawing/2014/main" id="{683178C1-4CF2-4E34-937A-36182922A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7115175"/>
            <a:ext cx="4286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D46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2D4663"/>
                </a:solidFill>
                <a:latin typeface="Hiragino Sans GB"/>
                <a:ea typeface="Hiragino Sans GB"/>
                <a:cs typeface="Hiragino Sans GB"/>
              </a:rPr>
              <a:t>正文/Parts及副本纳入实例字节预算。</a:t>
            </a:r>
          </a:p>
          <a:p xmlns:a="http://schemas.openxmlformats.org/drawingml/2006/main">
            <a:pPr algn="l">
              <a:defRPr sz="1575" b="0">
                <a:solidFill>
                  <a:srgbClr val="2D46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2D4663"/>
                </a:solidFill>
                <a:latin typeface="Hiragino Sans GB"/>
                <a:ea typeface="Hiragino Sans GB"/>
                <a:cs typeface="Hiragino Sans GB"/>
              </a:rPr>
              <a:t>扩容前预留，终态峰值与编码复用受控。</a:t>
            </a:r>
          </a:p>
        </p:txBody>
      </p:sp>
      <p:sp>
        <p:nvSpPr>
          <p:cNvPr id="335" name="shape-334">
            <a:extLst xmlns:a="http://schemas.openxmlformats.org/drawingml/2006/main">
              <a:ext uri="{FF2B5EF4-FFF2-40B4-BE49-F238E27FC236}">
                <a16:creationId xmlns:a16="http://schemas.microsoft.com/office/drawing/2014/main" id="{F830DA29-E396-4BA0-B637-0DC164667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7762875"/>
            <a:ext cx="1419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CEE5"/>
          </a:solidFill>
          <a:ln xmlns:a="http://schemas.openxmlformats.org/drawingml/2006/main" w="11906">
            <a:solidFill>
              <a:srgbClr val="B9CEE5"/>
            </a:solidFill>
          </a:ln>
        </p:spPr>
      </p:sp>
      <p:sp>
        <p:nvSpPr>
          <p:cNvPr id="336" name="text-335">
            <a:extLst xmlns:a="http://schemas.openxmlformats.org/drawingml/2006/main">
              <a:ext uri="{FF2B5EF4-FFF2-40B4-BE49-F238E27FC236}">
                <a16:creationId xmlns:a16="http://schemas.microsoft.com/office/drawing/2014/main" id="{A226CB1D-CEAC-4A8E-AE5E-A9A5F239B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48600"/>
            <a:ext cx="1409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63A63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163A63"/>
                </a:solidFill>
                <a:latin typeface="Hiragino Sans GB"/>
                <a:ea typeface="Hiragino Sans GB"/>
                <a:cs typeface="Hiragino Sans GB"/>
              </a:rPr>
              <a:t>归因：约定内解析误拒归SuperAgent，越界须区分领域输出与agentService转发，本地保护及未知原因单列。</a:t>
            </a:r>
          </a:p>
        </p:txBody>
      </p:sp>
      <p:sp>
        <p:nvSpPr>
          <p:cNvPr id="337" name="text-336">
            <a:extLst xmlns:a="http://schemas.openxmlformats.org/drawingml/2006/main">
              <a:ext uri="{FF2B5EF4-FFF2-40B4-BE49-F238E27FC236}">
                <a16:creationId xmlns:a16="http://schemas.microsoft.com/office/drawing/2014/main" id="{81069D8B-3EAF-46B4-BAD5-6DDAF611B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201025"/>
            <a:ext cx="14097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7D9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350" b="0">
                <a:solidFill>
                  <a:srgbClr val="647D99"/>
                </a:solidFill>
                <a:latin typeface="Hiragino Sans GB"/>
                <a:ea typeface="Hiragino Sans GB"/>
                <a:cs typeface="Hiragino Sans GB"/>
              </a:rPr>
              <a:t>目标设计，须三方签认与联测。用户失败仍计入可用性，FULL / no-store留存边界不变。</a:t>
            </a:r>
          </a:p>
        </p:txBody>
      </p:sp>
    </p:spTree>
    <p:extLst>
      <p:ext uri="{BB962C8B-B14F-4D97-AF65-F5344CB8AC3E}">
        <p14:creationId xmlns:p14="http://schemas.microsoft.com/office/powerpoint/2010/main" val="147679938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2026-09-27T11:40:54.2080000Z</dcterms:created>
  <dcterms:modified xsi:type="dcterms:W3CDTF">2026-09-27T11:40:54.2080000Z</dcterms:modified>
</coreProperties>
</file>