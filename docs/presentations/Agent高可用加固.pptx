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7d0923dbb874e0b" /><Relationship Type="http://schemas.openxmlformats.org/officeDocument/2006/relationships/extended-properties" Target="/docProps/app.xml" Id="R9c2087584a224374" /><Relationship Type="http://schemas.openxmlformats.org/officeDocument/2006/relationships/officeDocument" Target="/ppt/presentation.xml" Id="R72a2a6d08d8f424e" /></Relationships>
</file>

<file path=ppt/presentation.xml><?xml version="1.0" encoding="utf-8"?>
<p:presentation xmlns:p="http://schemas.openxmlformats.org/presentationml/2006/main">
  <p:sldMasterIdLst>
    <p:sldMasterId xmlns:r="http://schemas.openxmlformats.org/officeDocument/2006/relationships" id="2147483648" r:id="R29bb28e0ffa7414b"/>
  </p:sldMasterIdLst>
  <p:notesMasterIdLst>
    <p:notesMasterId xmlns:r="http://schemas.openxmlformats.org/officeDocument/2006/relationships" r:id="Ra2a0872125d64542"/>
  </p:notesMasterIdLst>
  <p:sldIdLst>
    <p:sldId xmlns:r="http://schemas.openxmlformats.org/officeDocument/2006/relationships" id="256" r:id="Rb9a25a1924a349d8"/>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0c38582b2ff4fc6" /><Relationship Type="http://schemas.openxmlformats.org/officeDocument/2006/relationships/slideMaster" Target="/ppt/slideMasters/slideMaster1.xml" Id="R29bb28e0ffa7414b" /><Relationship Type="http://schemas.openxmlformats.org/officeDocument/2006/relationships/notesMaster" Target="/ppt/notesMasters/notesMaster1.xml" Id="Ra2a0872125d64542" /><Relationship Type="http://schemas.openxmlformats.org/officeDocument/2006/relationships/presProps" Target="/ppt/presProps.xml" Id="R8e314d4883b846af" /><Relationship Type="http://schemas.openxmlformats.org/officeDocument/2006/relationships/tableStyles" Target="/ppt/tableStyles.xml" Id="Ra62396b4de6f4172" /><Relationship Type="http://schemas.openxmlformats.org/officeDocument/2006/relationships/slide" Target="/ppt/slides/slide1.xml" Id="Rb9a25a1924a349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b40129d1dd4d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85d58827174e3f" /><Relationship Type="http://schemas.openxmlformats.org/officeDocument/2006/relationships/notesMaster" Target="/ppt/notesMasters/notesMaster1.xml" Id="Rf1f123c6729f4c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下游Agent高可用加固：长任务异步执行方案</a:t>
            </a:r>
          </a:p>
          <a:p xmlns:a="http://schemas.openxmlformats.org/drawingml/2006/main">
            <a:r>
              <a:t/>
            </a:r>
          </a:p>
          <a:p xmlns:a="http://schemas.openxmlformats.org/drawingml/2006/main">
            <a:r>
              <a:t>当前实现与加固范围</a:t>
            </a:r>
          </a:p>
          <a:p xmlns:a="http://schemas.openxmlformats.org/drawingml/2006/main">
            <a:r>
              <a:t>本页沿用当前ChatService到agentService再到DomainAgent的调用关系，以及现有的异步标记、Execution挂起和终态回调。异步链以现有runId关联，不要求增加一个远端任务ID作为前置条件。图中连接并发、帧速率、组帧期限、解析任务P和总驻留字节等为按现有代码缺口设计的加固机制，不宣称已经全部实现。长任务行描述runId关联的异步执行方案，启用状态以生产配置为准。新增保护与协议能力需实施和验证。</a:t>
            </a:r>
          </a:p>
          <a:p xmlns:a="http://schemas.openxmlformats.org/drawingml/2006/main">
            <a:r>
              <a:t/>
            </a:r>
          </a:p>
          <a:p xmlns:a="http://schemas.openxmlformats.org/drawingml/2006/main">
            <a:r>
              <a:t>异步协议事实</a:t>
            </a:r>
          </a:p>
          <a:p xmlns:a="http://schemas.openxmlformats.org/drawingml/2006/main">
            <a:r>
              <a:t>ChatService创建的runId随统一chat请求出站，服务端事实覆盖metadata中的同名字段，skillId由最终路由决定，出站sessionId可能采用runtimeSessionId。收到type=agent.async_started时，DomainAgentResponseNormalizer只消费type/message，使用当前调用上下文的runId/sessionId构造run.async_running事件，不读取新的远端任务标识。RunAsyncRunningEvent附加assistantMessageId、feedbackTargetMessageId和expiresAt用于结果关联与前端处理。</a:t>
            </a:r>
          </a:p>
          <a:p xmlns:a="http://schemas.openxmlformats.org/drawingml/2006/main">
            <a:r>
              <a:t>ConfiguredDomainAgentClient在观察到run.async_running时takeUntil结束本次HTTP响应源流，本地外呼许可随源流结束按既有清理路径归还。这不代表远端后台工作结束。DomainAgentAsyncTaskApplicationService在事务内保存事件与回答快照，将Execution转为ASYNC_WAITING并撤销原owner，Run公开状态仍RUNNING且保留会话活动资格。异步Run metadata保存phase=ASYNC_RUNNING、assistantMessageId、expiresAt。图中挂起节点与HTTP结束说明是由异步标记分别触发的行为，并没有声称先持久提交成功再关闭HTTP已经具备原子保证，相关窗口应联合测试。</a:t>
            </a:r>
          </a:p>
          <a:p xmlns:a="http://schemas.openxmlformats.org/drawingml/2006/main">
            <a:r>
              <a:t/>
            </a:r>
          </a:p>
          <a:p xmlns:a="http://schemas.openxmlformats.org/drawingml/2006/main">
            <a:r>
              <a:t>回调与等待期限</a:t>
            </a:r>
          </a:p>
          <a:p xmlns:a="http://schemas.openxmlformats.org/drawingml/2006/main">
            <a:r>
              <a:t>现有回调请求为runId、status、resultMode、frames、error。服务以runId查询本地Run，再从该Run获取租户、用户、session以及assistantMessageId，不使用下游传来的session或消息ID决定归属。回调仅支持COMPLETED或FAILED。结果模式APPEND/REPLACE表示本次终态结果更新方式，不是持续进度回调协议。</a:t>
            </a:r>
          </a:p>
          <a:p xmlns:a="http://schemas.openxmlformats.org/drawingml/2006/main">
            <a:r>
              <a:t>只有RUNNING、ASYNC_WAITING且未到期的Run可参与终态CAS。早到回调返回可重试409，重复、过期或终态竞争失败按现有接口语义拒绝受理。回调与Stop、超时通过既有终态竞争保护，仍需确定性交错与真实依赖测试验证。提交后实时发布为best-effort，FULL/no-store恢复边界按现有实现执行。</a:t>
            </a:r>
          </a:p>
          <a:p xmlns:a="http://schemas.openxmlformats.org/drawingml/2006/main">
            <a:r>
              <a:t>仓库async-task-enabled默认false，async-task-max-duration默认24h。当前24h从挂起提交时起算，为全局配置的等待期限，不是HTTP连接时长，不是已实现每个skill独立的业务期限。Watchdog扫描到期异步执行，按runId进行本地超时终态提交，不重新执行远端任务，也没有在该流程中查询远端任务状态。默认值不等于生产有效配置。</a:t>
            </a:r>
          </a:p>
          <a:p xmlns:a="http://schemas.openxmlformats.org/drawingml/2006/main">
            <a:r>
              <a:t/>
            </a:r>
          </a:p>
          <a:p xmlns:a="http://schemas.openxmlformats.org/drawingml/2006/main">
            <a:r>
              <a:t>长任务协议与待加固项</a:t>
            </a:r>
          </a:p>
          <a:p xmlns:a="http://schemas.openxmlformats.org/drawingml/2006/main">
            <a:r>
              <a:t>长任务以runId关联受理、挂起和回调，不在主流程引入新增远端任务标识或独立任务提交API。远端结果查询、查询对账与取消确认仅作为后续需双方确认的加固项。本页回调线只表达当前按runId完成/失败的终态回调，不表达远端现已支持runId查询。异步异常、超时或响应未知不得默认重提任务。stopPath默认未配置，记录本地超时/取消并不证明远端停止。</a:t>
            </a:r>
          </a:p>
          <a:p xmlns:a="http://schemas.openxmlformats.org/drawingml/2006/main">
            <a:r>
              <a:t>挂起期间HTTP可结束，但远端仍有未完成工作。新增挂起Run总量预算应按用户、租户、下游和集群汇总，避免提交结束即反复放出新任务而积压。对取消未确认和远端状态未知的任务单列核对，在尚无查询接口时通过双方运行册和人工证据处理，不能把本地终态自动视为下游容量已释放。现有回调并发和body限制不等于后台任务总量限制。回调洪峰、重复提交、早到回调、到期竞争、实例重启及未知窗口需要联合验证，不能以本地返回错误或完成状态替代下游事实。</a:t>
            </a:r>
          </a:p>
          <a:p xmlns:a="http://schemas.openxmlformats.org/drawingml/2006/main">
            <a:r>
              <a:t/>
            </a:r>
          </a:p>
          <a:p xmlns:a="http://schemas.openxmlformats.org/drawingml/2006/main">
            <a:r>
              <a:t>连接与任务资源</a:t>
            </a:r>
          </a:p>
          <a:p xmlns:a="http://schemas.openxmlformats.org/drawingml/2006/main">
            <a:r>
              <a:t>拟按实例总在途与最终目标分别限制外呼，单目标按skillId或Relay provider划分。两项联合非阻塞准入，不持部分许可无限等待。Relay同样计入实例调用总量，MCP扇出在执行侧另行治理。调用在途并发、挂起远端任务总量、解析/序列化处理任务P、线程池线程数相互独立，等待网络不持续占解析任务槽。</a:t>
            </a:r>
          </a:p>
          <a:p xmlns:a="http://schemas.openxmlformats.org/drawingml/2006/main">
            <a:r>
              <a:t>普通流式在当前原始chunk空闲/订阅总期限基础上，补齐首有效业务事件及从受理到各阶段的等待预算。原始字节或心跳不能无限延长整体期限。异步标记到达前仍属于现有一次流式调用，受到该流的等待边界约束，不假设当前另有专用异步提交接口。小时级任务通过已有异步协议脱离原流运行，等待时限沿用现有配置，并与下游明确预期。仅提供小时级持续流的下游作为过渡需独立低并发连接预算及逐跳长连接验证，不能整体取消超时。连接退出及许可释放必须验证真实底层资源清理。</a:t>
            </a:r>
          </a:p>
          <a:p xmlns:a="http://schemas.openxmlformats.org/drawingml/2006/main">
            <a:r>
              <a:t/>
            </a:r>
          </a:p>
          <a:p xmlns:a="http://schemas.openxmlformats.org/drawingml/2006/main">
            <a:r>
              <a:t>响应规模与处理治理</a:t>
            </a:r>
          </a:p>
          <a:p xmlns:a="http://schemas.openxmlformats.org/drawingml/2006/main">
            <a:r>
              <a:t>超大帧、高频帧、长帧及长文本可能导致解析/序列化工作量、驻留缓冲、正文与编码副本增长，进而CPU、堆内存与GC压力升高，不把代码模式直接写为已复现OOM。现有帧和回调上限保留，拟补充速率、队列字节、处理并行和累计正文等总预算。单帧UTF-8字节、组帧期限、帧速率/字节速率及突发量须三方签认并按版本联测。持续有字节但不形成完整逻辑帧时，组帧期限从帧起始计时，不随每个chunk无限刷新。</a:t>
            </a:r>
          </a:p>
          <a:p xmlns:a="http://schemas.openxmlformats.org/drawingml/2006/main">
            <a:r>
              <a:t>网络接收仅做有界轻量读入与交接。JSON重解析在受控P任务内执行，增量检查深度、JSON token数、字段长度、数组与结构数量，不能先生成巨大对象树再计数。同Run串行、不同Run公平并行，每帧尽量解析一次并复用。等待队列同时受条数与驻留字节限制，包含每Run隐藏等待；高水位暂停，两维低于低水位再恢复。硬上限或暂停超时明确失败，不静默丢正文或截断后标成功，不能CallerRuns把重任务退回网络线程。</a:t>
            </a:r>
          </a:p>
          <a:p xmlns:a="http://schemas.openxmlformats.org/drawingml/2006/main">
            <a:r>
              <a:t>队列出队后仍被处理任务持有的数据继续占驻留预算。正文、Parts、编码副本及终态构建峰值纳入Run与实例两级字节预算，追加与复制前预留，真正释放引用后返还。网络字节与Java堆对象体积不同，预算需保守估算并压测。源流与异步回调结果都执行相应body、帧、结构、处理和内存限制，不能让数小时生成的结果一次无界装入内存。no-store按当前实现不新增正文持久化，不能为恢复异步结果改变留存边界。</a:t>
            </a:r>
          </a:p>
          <a:p xmlns:a="http://schemas.openxmlformats.org/drawingml/2006/main">
            <a:r>
              <a:t/>
            </a:r>
          </a:p>
          <a:p xmlns:a="http://schemas.openxmlformats.org/drawingml/2006/main">
            <a:r>
              <a:t>协议互锁与验收</a:t>
            </a:r>
          </a:p>
          <a:p xmlns:a="http://schemas.openxmlformats.org/drawingml/2006/main">
            <a:r>
              <a:t>领域Agent、agentService及ChatService共同签认输出限制、异步标记时机、回调鉴权/重试及等待期限。生效契约内误解析或误拒归本方，实际领域越界与转发损坏需证据区分，未知先定位。日志记录可信runId、skillId、服务、阶段、版本和限制量，脱敏限长，不打印超大原文。全部用户失败保留端到端可用性统计。</a:t>
            </a:r>
          </a:p>
          <a:p xmlns:a="http://schemas.openxmlformats.org/drawingml/2006/main">
            <a:r>
              <a:t>测试包括首有效事件慢、长帧持续未闭合、超大/高频帧、正文增长和慢消费；以及异步标记与挂起提交交错、数据库失败、早到/重复/过期回调、Stop/超时竞争、服务重启、回调洪峰、连接释放后远端仍运行的任务总量。观察正常聊天与Stop、CPU、堆/本地内存、GC、连接、许可、任务P和积压回落。当前源码保护需保留并验证，新加固不等于已完成验收。</a:t>
            </a:r>
          </a:p>
          <a:p xmlns:a="http://schemas.openxmlformats.org/drawingml/2006/main">
            <a:r>
              <a:t/>
            </a:r>
          </a:p>
          <a:p xmlns:a="http://schemas.openxmlformats.org/drawingml/2006/main">
            <a:r>
              <a:t>源码依据</a:t>
            </a:r>
          </a:p>
          <a:p xmlns:a="http://schemas.openxmlformats.org/drawingml/2006/main">
            <a:r>
              <a:t>/Users/uben/project/project/FinanceEXChatService/src/main/java/com/huawei/it/ex/one/infrastructure/runtime/domainagent/DomainAgentChatRequestMapper.java:40</a:t>
            </a:r>
          </a:p>
          <a:p xmlns:a="http://schemas.openxmlformats.org/drawingml/2006/main">
            <a:r>
              <a:t>/Users/uben/project/project/FinanceEXChatService/src/main/java/com/huawei/it/ex/one/infrastructure/runtime/domainagent/DomainAgentResponseNormalizer.java:351</a:t>
            </a:r>
          </a:p>
          <a:p xmlns:a="http://schemas.openxmlformats.org/drawingml/2006/main">
            <a:r>
              <a:t>/Users/uben/project/project/FinanceEXChatService/src/main/java/com/huawei/it/ex/one/domain/chat/RunAsyncRunningEvent.java:18</a:t>
            </a:r>
          </a:p>
          <a:p xmlns:a="http://schemas.openxmlformats.org/drawingml/2006/main">
            <a:r>
              <a:t>/Users/uben/project/project/FinanceEXChatService/src/main/java/com/huawei/it/ex/one/application/service/chat/DomainAgentAsyncTaskApplicationService.java:59</a:t>
            </a:r>
          </a:p>
          <a:p xmlns:a="http://schemas.openxmlformats.org/drawingml/2006/main">
            <a:r>
              <a:t>/Users/uben/project/project/FinanceEXChatService/src/main/java/com/huawei/it/ex/one/application/service/chat/DomainAgentAsyncTaskMetadata.java:20</a:t>
            </a:r>
          </a:p>
          <a:p xmlns:a="http://schemas.openxmlformats.org/drawingml/2006/main">
            <a:r>
              <a:t>/Users/uben/project/project/FinanceEXChatService/src/main/java/com/huawei/it/ex/one/application/service/chat/DomainAgentAsyncTaskCallbackCommand.java:14</a:t>
            </a:r>
          </a:p>
          <a:p xmlns:a="http://schemas.openxmlformats.org/drawingml/2006/main">
            <a:r>
              <a:t>/Users/uben/project/project/FinanceEXChatService/src/main/java/com/huawei/it/ex/one/application/service/chat/DomainAgentAsyncTaskCallbackApplicationService.java:94</a:t>
            </a:r>
          </a:p>
          <a:p xmlns:a="http://schemas.openxmlformats.org/drawingml/2006/main">
            <a:r>
              <a:t>/Users/uben/project/project/FinanceEXChatService/src/main/java/com/huawei/it/ex/one/infrastructure/runtime/domainagent/ConfiguredDomainAgentClient.java:93</a:t>
            </a:r>
          </a:p>
          <a:p xmlns:a="http://schemas.openxmlformats.org/drawingml/2006/main">
            <a:r>
              <a:t>/Users/uben/project/project/FinanceEXChatService/src/main/java/com/huawei/it/ex/one/application/service/chat/ChatRunRecoveryOrchestrator.java:136</a:t>
            </a:r>
          </a:p>
          <a:p xmlns:a="http://schemas.openxmlformats.org/drawingml/2006/main">
            <a:r>
              <a:t>/Users/uben/project/project/FinanceEXChatService/src/main/resources/application.yml:457</a:t>
            </a:r>
          </a:p>
          <a:p xmlns:a="http://schemas.openxmlformats.org/drawingml/2006/main">
            <a:r>
              <a:t/>
            </a:r>
          </a:p>
          <a:p xmlns:a="http://schemas.openxmlformats.org/drawingml/2006/main">
            <a:r>
              <a:t>01  限制同时调用数与等待时间</a:t>
            </a:r>
          </a:p>
          <a:p xmlns:a="http://schemas.openxmlformats.org/drawingml/2006/main">
            <a:r>
              <a:t>整台实例和单个Agent分别限并发。</a:t>
            </a:r>
          </a:p>
          <a:p xmlns:a="http://schemas.openxmlformats.org/drawingml/2006/main">
            <a:r>
              <a:t>超出并发上限，直接拒绝新调用。</a:t>
            </a:r>
          </a:p>
          <a:p xmlns:a="http://schemas.openxmlformats.org/drawingml/2006/main">
            <a:r>
              <a:t>调用超时后释放本地连接和调用名额。</a:t>
            </a:r>
          </a:p>
          <a:p xmlns:a="http://schemas.openxmlformats.org/drawingml/2006/main">
            <a:r>
              <a:t/>
            </a:r>
          </a:p>
          <a:p xmlns:a="http://schemas.openxmlformats.org/drawingml/2006/main">
            <a:r>
              <a:t>02  长任务在后台继续执行</a:t>
            </a:r>
          </a:p>
          <a:p xmlns:a="http://schemas.openxmlformats.org/drawingml/2006/main">
            <a:r>
              <a:t>Agent返回“后台处理中”，结束HTTP。</a:t>
            </a:r>
          </a:p>
          <a:p xmlns:a="http://schemas.openxmlformats.org/drawingml/2006/main">
            <a:r>
              <a:t>ChatService记录runId及等待截止时间。</a:t>
            </a:r>
          </a:p>
          <a:p xmlns:a="http://schemas.openxmlformats.org/drawingml/2006/main">
            <a:r>
              <a:t>Agent完成或失败后，按runId通知结果。</a:t>
            </a:r>
          </a:p>
          <a:p xmlns:a="http://schemas.openxmlformats.org/drawingml/2006/main">
            <a:r>
              <a:t/>
            </a:r>
          </a:p>
          <a:p xmlns:a="http://schemas.openxmlformats.org/drawingml/2006/main">
            <a:r>
              <a:t>03  后台任务限量，结果只记一次</a:t>
            </a:r>
          </a:p>
          <a:p xmlns:a="http://schemas.openxmlformats.org/drawingml/2006/main">
            <a:r>
              <a:t>按用户、租户、Agent限制未完成任务数。</a:t>
            </a:r>
          </a:p>
          <a:p xmlns:a="http://schemas.openxmlformats.org/drawingml/2006/main">
            <a:r>
              <a:t>状态未准备好时，通知下游稍后重试。</a:t>
            </a:r>
          </a:p>
          <a:p xmlns:a="http://schemas.openxmlformats.org/drawingml/2006/main">
            <a:r>
              <a:t>重复通知、完成与超时同时发生，</a:t>
            </a:r>
          </a:p>
          <a:p xmlns:a="http://schemas.openxmlformats.org/drawingml/2006/main">
            <a:r>
              <a:t>任务最终状态只写入一次。</a:t>
            </a:r>
          </a:p>
          <a:p xmlns:a="http://schemas.openxmlformats.org/drawingml/2006/main">
            <a:r>
              <a:t/>
            </a:r>
          </a:p>
          <a:p xmlns:a="http://schemas.openxmlformats.org/drawingml/2006/main">
            <a:r>
              <a:t>04  限制处理量和内存增长</a:t>
            </a:r>
          </a:p>
          <a:p xmlns:a="http://schemas.openxmlformats.org/drawingml/2006/main">
            <a:r>
              <a:t>队列同时限制条数和字节数。</a:t>
            </a:r>
          </a:p>
          <a:p xmlns:a="http://schemas.openxmlformats.org/drawingml/2006/main">
            <a:r>
              <a:t>最多P个任务同时处理，限制JSON层数。</a:t>
            </a:r>
          </a:p>
          <a:p xmlns:a="http://schemas.openxmlformats.org/drawingml/2006/main">
            <a:r>
              <a:t>正文和编码副本都计入内存上限。</a:t>
            </a:r>
          </a:p>
          <a:p xmlns:a="http://schemas.openxmlformats.org/drawingml/2006/main">
            <a:r>
              <a:t/>
            </a:r>
          </a:p>
          <a:p xmlns:a="http://schemas.openxmlformats.org/drawingml/2006/main">
            <a:r>
              <a:t>05  积压先暂停，超限明确报错</a:t>
            </a:r>
          </a:p>
          <a:p xmlns:a="http://schemas.openxmlformats.org/drawingml/2006/main">
            <a:r>
              <a:t>队列接近上限时暂停接收，减少后恢复。</a:t>
            </a:r>
          </a:p>
          <a:p xmlns:a="http://schemas.openxmlformats.org/drawingml/2006/main">
            <a:r>
              <a:t>超过上限或暂停太久，停止本次调用。</a:t>
            </a:r>
          </a:p>
          <a:p xmlns:a="http://schemas.openxmlformats.org/drawingml/2006/main">
            <a:r>
              <a:t>不丢帧、不截断后再向前端报告成功。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904dbb3a0141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c022e5ac2d4eff" /><Relationship Type="http://schemas.openxmlformats.org/officeDocument/2006/relationships/slideLayout" Target="/ppt/slideLayouts/slideLayout1.xml" Id="Ref5a55ec10a149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5a55ec10a149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f74febe2814404b" /><Relationship Type="http://schemas.openxmlformats.org/officeDocument/2006/relationships/notesSlide" Target="/ppt/notesSlides/notesSlide1.xml" Id="Re595175d58b04ed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0" name="text-0">
            <a:extLst xmlns:a="http://schemas.openxmlformats.org/drawingml/2006/main">
              <a:ext uri="{FF2B5EF4-FFF2-40B4-BE49-F238E27FC236}">
                <a16:creationId xmlns:a16="http://schemas.microsoft.com/office/drawing/2014/main" id="{371D3290-4A27-4E8F-8436-F78710A53422}"/>
              </a:ext>
            </a:extLst>
          </p:cNvPr>
          <p:cNvSpPr>
            <a:spLocks xmlns:a="http://schemas.openxmlformats.org/drawingml/2006/main" noGrp="1"/>
          </p:cNvSpPr>
          <p:nvPr/>
        </p:nvSpPr>
        <p:spPr>
          <a:xfrm xmlns:a="http://schemas.openxmlformats.org/drawingml/2006/main">
            <a:off x="523875" y="266700"/>
            <a:ext cx="1419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225" b="1">
                <a:solidFill>
                  <a:srgbClr val="163A63"/>
                </a:solidFill>
                <a:latin typeface="Hiragino Sans GB"/>
                <a:ea typeface="Hiragino Sans GB"/>
                <a:cs typeface="Hiragino Sans GB"/>
              </a:defRPr>
            </a:pPr>
            <a:r>
              <a:rPr sz="3225" b="1">
                <a:solidFill>
                  <a:srgbClr val="163A63"/>
                </a:solidFill>
                <a:latin typeface="Hiragino Sans GB"/>
                <a:ea typeface="Hiragino Sans GB"/>
                <a:cs typeface="Hiragino Sans GB"/>
              </a:rPr>
              <a:t>下游Agent高可用加固</a:t>
            </a:r>
          </a:p>
        </p:txBody>
      </p:sp>
      <p:sp>
        <p:nvSpPr>
          <p:cNvPr id="2" name="text-1">
            <a:extLst xmlns:a="http://schemas.openxmlformats.org/drawingml/2006/main">
              <a:ext uri="{FF2B5EF4-FFF2-40B4-BE49-F238E27FC236}">
                <a16:creationId xmlns:a16="http://schemas.microsoft.com/office/drawing/2014/main" id="{CCE4C8BC-0C2A-4165-BFB4-2DF0B8D33676}"/>
              </a:ext>
            </a:extLst>
          </p:cNvPr>
          <p:cNvSpPr>
            <a:spLocks xmlns:a="http://schemas.openxmlformats.org/drawingml/2006/main" noGrp="1"/>
          </p:cNvSpPr>
          <p:nvPr/>
        </p:nvSpPr>
        <p:spPr>
          <a:xfrm xmlns:a="http://schemas.openxmlformats.org/drawingml/2006/main">
            <a:off x="542925" y="952500"/>
            <a:ext cx="14173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2166B0"/>
                </a:solidFill>
                <a:latin typeface="Hiragino Sans GB"/>
                <a:ea typeface="Hiragino Sans GB"/>
                <a:cs typeface="Hiragino Sans GB"/>
              </a:defRPr>
            </a:pPr>
            <a:r>
              <a:rPr sz="1875" b="0">
                <a:solidFill>
                  <a:srgbClr val="2166B0"/>
                </a:solidFill>
                <a:latin typeface="Hiragino Sans GB"/>
                <a:ea typeface="Hiragino Sans GB"/>
                <a:cs typeface="Hiragino Sans GB"/>
              </a:rPr>
              <a:t>控制慢响应的连接占用，避免大帧、高频帧和长文本推高CPU与堆内存</a:t>
            </a:r>
          </a:p>
        </p:txBody>
      </p:sp>
      <p:sp>
        <p:nvSpPr>
          <p:cNvPr id="3" name="line-2">
            <a:extLst xmlns:a="http://schemas.openxmlformats.org/drawingml/2006/main">
              <a:ext uri="{FF2B5EF4-FFF2-40B4-BE49-F238E27FC236}">
                <a16:creationId xmlns:a16="http://schemas.microsoft.com/office/drawing/2014/main" id="{6015C875-E2D7-4C6B-8CF0-27E7D8E1E9F1}"/>
              </a:ext>
            </a:extLst>
          </p:cNvPr>
          <p:cNvSpPr>
            <a:spLocks xmlns:a="http://schemas.openxmlformats.org/drawingml/2006/main" noGrp="1"/>
          </p:cNvSpPr>
          <p:nvPr/>
        </p:nvSpPr>
        <p:spPr>
          <a:xfrm xmlns:a="http://schemas.openxmlformats.org/drawingml/2006/main">
            <a:off x="10334625" y="1609725"/>
            <a:ext cx="0" cy="5972175"/>
          </a:xfrm>
          <a:prstGeom xmlns:a="http://schemas.openxmlformats.org/drawingml/2006/main" prst="line">
            <a:avLst/>
          </a:prstGeom>
          <a:noFill xmlns:a="http://schemas.openxmlformats.org/drawingml/2006/main"/>
          <a:ln xmlns:a="http://schemas.openxmlformats.org/drawingml/2006/main" w="14288">
            <a:solidFill>
              <a:srgbClr val="B9CEE5"/>
            </a:solidFill>
            <a:prstDash val="solid"/>
          </a:ln>
        </p:spPr>
      </p:sp>
      <p:sp>
        <p:nvSpPr>
          <p:cNvPr id="4" name="text-3">
            <a:extLst xmlns:a="http://schemas.openxmlformats.org/drawingml/2006/main">
              <a:ext uri="{FF2B5EF4-FFF2-40B4-BE49-F238E27FC236}">
                <a16:creationId xmlns:a16="http://schemas.microsoft.com/office/drawing/2014/main" id="{06F3B265-69E0-48C4-9686-59254F4891D4}"/>
              </a:ext>
            </a:extLst>
          </p:cNvPr>
          <p:cNvSpPr>
            <a:spLocks xmlns:a="http://schemas.openxmlformats.org/drawingml/2006/main" noGrp="1"/>
          </p:cNvSpPr>
          <p:nvPr/>
        </p:nvSpPr>
        <p:spPr>
          <a:xfrm xmlns:a="http://schemas.openxmlformats.org/drawingml/2006/main">
            <a:off x="523875" y="1514475"/>
            <a:ext cx="933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63A63"/>
                </a:solidFill>
                <a:latin typeface="Hiragino Sans GB"/>
                <a:ea typeface="Hiragino Sans GB"/>
                <a:cs typeface="Hiragino Sans GB"/>
              </a:defRPr>
            </a:pPr>
            <a:r>
              <a:rPr sz="2100" b="1">
                <a:solidFill>
                  <a:srgbClr val="163A63"/>
                </a:solidFill>
                <a:latin typeface="Hiragino Sans GB"/>
                <a:ea typeface="Hiragino Sans GB"/>
                <a:cs typeface="Hiragino Sans GB"/>
              </a:rPr>
              <a:t>方案设计图</a:t>
            </a:r>
          </a:p>
        </p:txBody>
      </p:sp>
      <p:sp>
        <p:nvSpPr>
          <p:cNvPr id="5" name="text-4">
            <a:extLst xmlns:a="http://schemas.openxmlformats.org/drawingml/2006/main">
              <a:ext uri="{FF2B5EF4-FFF2-40B4-BE49-F238E27FC236}">
                <a16:creationId xmlns:a16="http://schemas.microsoft.com/office/drawing/2014/main" id="{8533FA1A-A7D9-4C96-8079-2A0D060C7865}"/>
              </a:ext>
            </a:extLst>
          </p:cNvPr>
          <p:cNvSpPr>
            <a:spLocks xmlns:a="http://schemas.openxmlformats.org/drawingml/2006/main" noGrp="1"/>
          </p:cNvSpPr>
          <p:nvPr/>
        </p:nvSpPr>
        <p:spPr>
          <a:xfrm xmlns:a="http://schemas.openxmlformats.org/drawingml/2006/main">
            <a:off x="10668000" y="1514475"/>
            <a:ext cx="4048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63A63"/>
                </a:solidFill>
                <a:latin typeface="Hiragino Sans GB"/>
                <a:ea typeface="Hiragino Sans GB"/>
                <a:cs typeface="Hiragino Sans GB"/>
              </a:defRPr>
            </a:pPr>
            <a:r>
              <a:rPr sz="2100" b="1">
                <a:solidFill>
                  <a:srgbClr val="163A63"/>
                </a:solidFill>
                <a:latin typeface="Hiragino Sans GB"/>
                <a:ea typeface="Hiragino Sans GB"/>
                <a:cs typeface="Hiragino Sans GB"/>
              </a:rPr>
              <a:t>关键设计说明</a:t>
            </a:r>
          </a:p>
        </p:txBody>
      </p:sp>
      <p:sp>
        <p:nvSpPr>
          <p:cNvPr id="6" name="text-5">
            <a:extLst xmlns:a="http://schemas.openxmlformats.org/drawingml/2006/main">
              <a:ext uri="{FF2B5EF4-FFF2-40B4-BE49-F238E27FC236}">
                <a16:creationId xmlns:a16="http://schemas.microsoft.com/office/drawing/2014/main" id="{9A713C34-8188-4BC4-98B4-7A164EFE0637}"/>
              </a:ext>
            </a:extLst>
          </p:cNvPr>
          <p:cNvSpPr>
            <a:spLocks xmlns:a="http://schemas.openxmlformats.org/drawingml/2006/main" noGrp="1"/>
          </p:cNvSpPr>
          <p:nvPr/>
        </p:nvSpPr>
        <p:spPr>
          <a:xfrm xmlns:a="http://schemas.openxmlformats.org/drawingml/2006/main">
            <a:off x="523875" y="1990725"/>
            <a:ext cx="942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2166B0"/>
                </a:solidFill>
                <a:latin typeface="Hiragino Sans GB"/>
                <a:ea typeface="Hiragino Sans GB"/>
                <a:cs typeface="Hiragino Sans GB"/>
              </a:defRPr>
            </a:pPr>
            <a:r>
              <a:rPr sz="1875" b="1">
                <a:solidFill>
                  <a:srgbClr val="2166B0"/>
                </a:solidFill>
                <a:latin typeface="Hiragino Sans GB"/>
                <a:ea typeface="Hiragino Sans GB"/>
                <a:cs typeface="Hiragino Sans GB"/>
              </a:rPr>
              <a:t>① 连接与长任务：限制同时调用数，小时级任务后台执行</a:t>
            </a:r>
          </a:p>
        </p:txBody>
      </p:sp>
      <p:sp>
        <p:nvSpPr>
          <p:cNvPr id="7" name="glyph-roundRect-6">
            <a:extLst xmlns:a="http://schemas.openxmlformats.org/drawingml/2006/main">
              <a:ext uri="{FF2B5EF4-FFF2-40B4-BE49-F238E27FC236}">
                <a16:creationId xmlns:a16="http://schemas.microsoft.com/office/drawing/2014/main" id="{549F9B9B-72C4-45D5-A8B6-BA2022E4AC18}"/>
              </a:ext>
            </a:extLst>
          </p:cNvPr>
          <p:cNvSpPr>
            <a:spLocks xmlns:a="http://schemas.openxmlformats.org/drawingml/2006/main" noGrp="1"/>
          </p:cNvSpPr>
          <p:nvPr/>
        </p:nvSpPr>
        <p:spPr>
          <a:xfrm xmlns:a="http://schemas.openxmlformats.org/drawingml/2006/main">
            <a:off x="809625" y="2533650"/>
            <a:ext cx="419100" cy="476250"/>
          </a:xfrm>
          <a:prstGeom xmlns:a="http://schemas.openxmlformats.org/drawingml/2006/main" prst="roundRect">
            <a:avLst>
              <a:gd name="adj" fmla="val 18182"/>
            </a:avLst>
          </a:prstGeom>
          <a:solidFill xmlns:a="http://schemas.openxmlformats.org/drawingml/2006/main">
            <a:srgbClr val="F3F7FD"/>
          </a:solidFill>
          <a:ln xmlns:a="http://schemas.openxmlformats.org/drawingml/2006/main" w="15240">
            <a:solidFill>
              <a:srgbClr val="163A63"/>
            </a:solidFill>
          </a:ln>
        </p:spPr>
      </p:sp>
      <p:sp>
        <p:nvSpPr>
          <p:cNvPr id="8" name="glyph-rect-7">
            <a:extLst xmlns:a="http://schemas.openxmlformats.org/drawingml/2006/main">
              <a:ext uri="{FF2B5EF4-FFF2-40B4-BE49-F238E27FC236}">
                <a16:creationId xmlns:a16="http://schemas.microsoft.com/office/drawing/2014/main" id="{8D83A326-27CE-4536-9E0C-1C966FCA065A}"/>
              </a:ext>
            </a:extLst>
          </p:cNvPr>
          <p:cNvSpPr>
            <a:spLocks xmlns:a="http://schemas.openxmlformats.org/drawingml/2006/main" noGrp="1"/>
          </p:cNvSpPr>
          <p:nvPr/>
        </p:nvSpPr>
        <p:spPr>
          <a:xfrm xmlns:a="http://schemas.openxmlformats.org/drawingml/2006/main">
            <a:off x="859917" y="2600325"/>
            <a:ext cx="318516" cy="76200"/>
          </a:xfrm>
          <a:prstGeom xmlns:a="http://schemas.openxmlformats.org/drawingml/2006/main" prst="rect">
            <a:avLst/>
          </a:prstGeom>
          <a:solidFill xmlns:a="http://schemas.openxmlformats.org/drawingml/2006/main">
            <a:srgbClr val="FFFFFF"/>
          </a:solidFill>
          <a:ln xmlns:a="http://schemas.openxmlformats.org/drawingml/2006/main" w="10954">
            <a:solidFill>
              <a:srgbClr val="163A63"/>
            </a:solidFill>
          </a:ln>
        </p:spPr>
      </p:sp>
      <p:sp>
        <p:nvSpPr>
          <p:cNvPr id="9" name="glyph-ellipse-8">
            <a:extLst xmlns:a="http://schemas.openxmlformats.org/drawingml/2006/main">
              <a:ext uri="{FF2B5EF4-FFF2-40B4-BE49-F238E27FC236}">
                <a16:creationId xmlns:a16="http://schemas.microsoft.com/office/drawing/2014/main" id="{721F952C-1B8F-4913-AE0C-E541E89351B7}"/>
              </a:ext>
            </a:extLst>
          </p:cNvPr>
          <p:cNvSpPr>
            <a:spLocks xmlns:a="http://schemas.openxmlformats.org/drawingml/2006/main" noGrp="1"/>
          </p:cNvSpPr>
          <p:nvPr/>
        </p:nvSpPr>
        <p:spPr>
          <a:xfrm xmlns:a="http://schemas.openxmlformats.org/drawingml/2006/main">
            <a:off x="893445" y="2624138"/>
            <a:ext cx="23051" cy="23051"/>
          </a:xfrm>
          <a:prstGeom xmlns:a="http://schemas.openxmlformats.org/drawingml/2006/main" prst="ellipse">
            <a:avLst/>
          </a:prstGeom>
          <a:solidFill xmlns:a="http://schemas.openxmlformats.org/drawingml/2006/main">
            <a:srgbClr val="2166B0"/>
          </a:solidFill>
          <a:ln xmlns:a="http://schemas.openxmlformats.org/drawingml/2006/main" w="4763">
            <a:solidFill>
              <a:srgbClr val="2166B0"/>
            </a:solidFill>
          </a:ln>
        </p:spPr>
      </p:sp>
      <p:sp>
        <p:nvSpPr>
          <p:cNvPr id="10" name="line-9">
            <a:extLst xmlns:a="http://schemas.openxmlformats.org/drawingml/2006/main">
              <a:ext uri="{FF2B5EF4-FFF2-40B4-BE49-F238E27FC236}">
                <a16:creationId xmlns:a16="http://schemas.microsoft.com/office/drawing/2014/main" id="{F1485D1C-1097-4035-A61B-9D8A44940B91}"/>
              </a:ext>
            </a:extLst>
          </p:cNvPr>
          <p:cNvSpPr>
            <a:spLocks xmlns:a="http://schemas.openxmlformats.org/drawingml/2006/main" noGrp="1"/>
          </p:cNvSpPr>
          <p:nvPr/>
        </p:nvSpPr>
        <p:spPr>
          <a:xfrm xmlns:a="http://schemas.openxmlformats.org/drawingml/2006/main">
            <a:off x="989838" y="2638425"/>
            <a:ext cx="138303" cy="0"/>
          </a:xfrm>
          <a:prstGeom xmlns:a="http://schemas.openxmlformats.org/drawingml/2006/main" prst="line">
            <a:avLst/>
          </a:prstGeom>
          <a:noFill xmlns:a="http://schemas.openxmlformats.org/drawingml/2006/main"/>
          <a:ln xmlns:a="http://schemas.openxmlformats.org/drawingml/2006/main" w="9525">
            <a:solidFill>
              <a:srgbClr val="163A63"/>
            </a:solidFill>
            <a:prstDash val="solid"/>
          </a:ln>
        </p:spPr>
      </p:sp>
      <p:sp>
        <p:nvSpPr>
          <p:cNvPr id="11" name="glyph-rect-10">
            <a:extLst xmlns:a="http://schemas.openxmlformats.org/drawingml/2006/main">
              <a:ext uri="{FF2B5EF4-FFF2-40B4-BE49-F238E27FC236}">
                <a16:creationId xmlns:a16="http://schemas.microsoft.com/office/drawing/2014/main" id="{5544EC83-8820-4A8F-B30A-58BF442C34AC}"/>
              </a:ext>
            </a:extLst>
          </p:cNvPr>
          <p:cNvSpPr>
            <a:spLocks xmlns:a="http://schemas.openxmlformats.org/drawingml/2006/main" noGrp="1"/>
          </p:cNvSpPr>
          <p:nvPr/>
        </p:nvSpPr>
        <p:spPr>
          <a:xfrm xmlns:a="http://schemas.openxmlformats.org/drawingml/2006/main">
            <a:off x="859917" y="2719388"/>
            <a:ext cx="318516" cy="76200"/>
          </a:xfrm>
          <a:prstGeom xmlns:a="http://schemas.openxmlformats.org/drawingml/2006/main" prst="rect">
            <a:avLst/>
          </a:prstGeom>
          <a:solidFill xmlns:a="http://schemas.openxmlformats.org/drawingml/2006/main">
            <a:srgbClr val="FFFFFF"/>
          </a:solidFill>
          <a:ln xmlns:a="http://schemas.openxmlformats.org/drawingml/2006/main" w="10954">
            <a:solidFill>
              <a:srgbClr val="163A63"/>
            </a:solidFill>
          </a:ln>
        </p:spPr>
      </p:sp>
      <p:sp>
        <p:nvSpPr>
          <p:cNvPr id="12" name="glyph-ellipse-11">
            <a:extLst xmlns:a="http://schemas.openxmlformats.org/drawingml/2006/main">
              <a:ext uri="{FF2B5EF4-FFF2-40B4-BE49-F238E27FC236}">
                <a16:creationId xmlns:a16="http://schemas.microsoft.com/office/drawing/2014/main" id="{587FFFE7-AA0E-4F05-82E4-23BB038B7875}"/>
              </a:ext>
            </a:extLst>
          </p:cNvPr>
          <p:cNvSpPr>
            <a:spLocks xmlns:a="http://schemas.openxmlformats.org/drawingml/2006/main" noGrp="1"/>
          </p:cNvSpPr>
          <p:nvPr/>
        </p:nvSpPr>
        <p:spPr>
          <a:xfrm xmlns:a="http://schemas.openxmlformats.org/drawingml/2006/main">
            <a:off x="893445" y="2743200"/>
            <a:ext cx="23051" cy="23051"/>
          </a:xfrm>
          <a:prstGeom xmlns:a="http://schemas.openxmlformats.org/drawingml/2006/main" prst="ellipse">
            <a:avLst/>
          </a:prstGeom>
          <a:solidFill xmlns:a="http://schemas.openxmlformats.org/drawingml/2006/main">
            <a:srgbClr val="2166B0"/>
          </a:solidFill>
          <a:ln xmlns:a="http://schemas.openxmlformats.org/drawingml/2006/main" w="4763">
            <a:solidFill>
              <a:srgbClr val="2166B0"/>
            </a:solidFill>
          </a:ln>
        </p:spPr>
      </p:sp>
      <p:sp>
        <p:nvSpPr>
          <p:cNvPr id="13" name="line-12">
            <a:extLst xmlns:a="http://schemas.openxmlformats.org/drawingml/2006/main">
              <a:ext uri="{FF2B5EF4-FFF2-40B4-BE49-F238E27FC236}">
                <a16:creationId xmlns:a16="http://schemas.microsoft.com/office/drawing/2014/main" id="{EB06D924-02D7-4980-81B7-8BB3AE8B400B}"/>
              </a:ext>
            </a:extLst>
          </p:cNvPr>
          <p:cNvSpPr>
            <a:spLocks xmlns:a="http://schemas.openxmlformats.org/drawingml/2006/main" noGrp="1"/>
          </p:cNvSpPr>
          <p:nvPr/>
        </p:nvSpPr>
        <p:spPr>
          <a:xfrm xmlns:a="http://schemas.openxmlformats.org/drawingml/2006/main">
            <a:off x="989838" y="2757488"/>
            <a:ext cx="138303" cy="0"/>
          </a:xfrm>
          <a:prstGeom xmlns:a="http://schemas.openxmlformats.org/drawingml/2006/main" prst="line">
            <a:avLst/>
          </a:prstGeom>
          <a:noFill xmlns:a="http://schemas.openxmlformats.org/drawingml/2006/main"/>
          <a:ln xmlns:a="http://schemas.openxmlformats.org/drawingml/2006/main" w="9525">
            <a:solidFill>
              <a:srgbClr val="163A63"/>
            </a:solidFill>
            <a:prstDash val="solid"/>
          </a:ln>
        </p:spPr>
      </p:sp>
      <p:sp>
        <p:nvSpPr>
          <p:cNvPr id="14" name="glyph-rect-13">
            <a:extLst xmlns:a="http://schemas.openxmlformats.org/drawingml/2006/main">
              <a:ext uri="{FF2B5EF4-FFF2-40B4-BE49-F238E27FC236}">
                <a16:creationId xmlns:a16="http://schemas.microsoft.com/office/drawing/2014/main" id="{30109CAF-F5BA-4D6A-B634-074C3366D87B}"/>
              </a:ext>
            </a:extLst>
          </p:cNvPr>
          <p:cNvSpPr>
            <a:spLocks xmlns:a="http://schemas.openxmlformats.org/drawingml/2006/main" noGrp="1"/>
          </p:cNvSpPr>
          <p:nvPr/>
        </p:nvSpPr>
        <p:spPr>
          <a:xfrm xmlns:a="http://schemas.openxmlformats.org/drawingml/2006/main">
            <a:off x="859917" y="2838450"/>
            <a:ext cx="318516" cy="76200"/>
          </a:xfrm>
          <a:prstGeom xmlns:a="http://schemas.openxmlformats.org/drawingml/2006/main" prst="rect">
            <a:avLst/>
          </a:prstGeom>
          <a:solidFill xmlns:a="http://schemas.openxmlformats.org/drawingml/2006/main">
            <a:srgbClr val="FFFFFF"/>
          </a:solidFill>
          <a:ln xmlns:a="http://schemas.openxmlformats.org/drawingml/2006/main" w="10954">
            <a:solidFill>
              <a:srgbClr val="163A63"/>
            </a:solidFill>
          </a:ln>
        </p:spPr>
      </p:sp>
      <p:sp>
        <p:nvSpPr>
          <p:cNvPr id="15" name="glyph-ellipse-14">
            <a:extLst xmlns:a="http://schemas.openxmlformats.org/drawingml/2006/main">
              <a:ext uri="{FF2B5EF4-FFF2-40B4-BE49-F238E27FC236}">
                <a16:creationId xmlns:a16="http://schemas.microsoft.com/office/drawing/2014/main" id="{0DBEB04B-F0EB-443A-9022-0B11B334045F}"/>
              </a:ext>
            </a:extLst>
          </p:cNvPr>
          <p:cNvSpPr>
            <a:spLocks xmlns:a="http://schemas.openxmlformats.org/drawingml/2006/main" noGrp="1"/>
          </p:cNvSpPr>
          <p:nvPr/>
        </p:nvSpPr>
        <p:spPr>
          <a:xfrm xmlns:a="http://schemas.openxmlformats.org/drawingml/2006/main">
            <a:off x="893445" y="2862263"/>
            <a:ext cx="23051" cy="23051"/>
          </a:xfrm>
          <a:prstGeom xmlns:a="http://schemas.openxmlformats.org/drawingml/2006/main" prst="ellipse">
            <a:avLst/>
          </a:prstGeom>
          <a:solidFill xmlns:a="http://schemas.openxmlformats.org/drawingml/2006/main">
            <a:srgbClr val="2166B0"/>
          </a:solidFill>
          <a:ln xmlns:a="http://schemas.openxmlformats.org/drawingml/2006/main" w="4763">
            <a:solidFill>
              <a:srgbClr val="2166B0"/>
            </a:solidFill>
          </a:ln>
        </p:spPr>
      </p:sp>
      <p:sp>
        <p:nvSpPr>
          <p:cNvPr id="16" name="line-15">
            <a:extLst xmlns:a="http://schemas.openxmlformats.org/drawingml/2006/main">
              <a:ext uri="{FF2B5EF4-FFF2-40B4-BE49-F238E27FC236}">
                <a16:creationId xmlns:a16="http://schemas.microsoft.com/office/drawing/2014/main" id="{6FEC6FA0-99B1-46D4-89BC-E0EF2F2E26CE}"/>
              </a:ext>
            </a:extLst>
          </p:cNvPr>
          <p:cNvSpPr>
            <a:spLocks xmlns:a="http://schemas.openxmlformats.org/drawingml/2006/main" noGrp="1"/>
          </p:cNvSpPr>
          <p:nvPr/>
        </p:nvSpPr>
        <p:spPr>
          <a:xfrm xmlns:a="http://schemas.openxmlformats.org/drawingml/2006/main">
            <a:off x="989838" y="2876550"/>
            <a:ext cx="138303" cy="0"/>
          </a:xfrm>
          <a:prstGeom xmlns:a="http://schemas.openxmlformats.org/drawingml/2006/main" prst="line">
            <a:avLst/>
          </a:prstGeom>
          <a:noFill xmlns:a="http://schemas.openxmlformats.org/drawingml/2006/main"/>
          <a:ln xmlns:a="http://schemas.openxmlformats.org/drawingml/2006/main" w="9525">
            <a:solidFill>
              <a:srgbClr val="163A63"/>
            </a:solidFill>
            <a:prstDash val="solid"/>
          </a:ln>
        </p:spPr>
      </p:sp>
      <p:sp>
        <p:nvSpPr>
          <p:cNvPr id="17" name="text-16">
            <a:extLst xmlns:a="http://schemas.openxmlformats.org/drawingml/2006/main">
              <a:ext uri="{FF2B5EF4-FFF2-40B4-BE49-F238E27FC236}">
                <a16:creationId xmlns:a16="http://schemas.microsoft.com/office/drawing/2014/main" id="{415692F0-0B1B-41D7-8E8C-7F2735E3669B}"/>
              </a:ext>
            </a:extLst>
          </p:cNvPr>
          <p:cNvSpPr>
            <a:spLocks xmlns:a="http://schemas.openxmlformats.org/drawingml/2006/main" noGrp="1"/>
          </p:cNvSpPr>
          <p:nvPr/>
        </p:nvSpPr>
        <p:spPr>
          <a:xfrm xmlns:a="http://schemas.openxmlformats.org/drawingml/2006/main">
            <a:off x="523875" y="3105150"/>
            <a:ext cx="1609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725" b="1">
                <a:solidFill>
                  <a:srgbClr val="163A63"/>
                </a:solidFill>
                <a:latin typeface="Hiragino Sans GB"/>
                <a:ea typeface="Hiragino Sans GB"/>
                <a:cs typeface="Hiragino Sans GB"/>
              </a:defRPr>
            </a:pPr>
            <a:r>
              <a:rPr sz="1725" b="1">
                <a:solidFill>
                  <a:srgbClr val="163A63"/>
                </a:solidFill>
                <a:latin typeface="Hiragino Sans GB"/>
                <a:ea typeface="Hiragino Sans GB"/>
                <a:cs typeface="Hiragino Sans GB"/>
              </a:rPr>
              <a:t>ChatService</a:t>
            </a:r>
          </a:p>
        </p:txBody>
      </p:sp>
      <p:sp>
        <p:nvSpPr>
          <p:cNvPr id="18" name="glyph-hexagon-17">
            <a:extLst xmlns:a="http://schemas.openxmlformats.org/drawingml/2006/main">
              <a:ext uri="{FF2B5EF4-FFF2-40B4-BE49-F238E27FC236}">
                <a16:creationId xmlns:a16="http://schemas.microsoft.com/office/drawing/2014/main" id="{B3ECCC7E-6D0B-4625-9A1C-83D00FF6B4AB}"/>
              </a:ext>
            </a:extLst>
          </p:cNvPr>
          <p:cNvSpPr>
            <a:spLocks xmlns:a="http://schemas.openxmlformats.org/drawingml/2006/main" noGrp="1"/>
          </p:cNvSpPr>
          <p:nvPr/>
        </p:nvSpPr>
        <p:spPr>
          <a:xfrm xmlns:a="http://schemas.openxmlformats.org/drawingml/2006/main">
            <a:off x="2343150" y="2514600"/>
            <a:ext cx="1885950" cy="581025"/>
          </a:xfrm>
          <a:prstGeom xmlns:a="http://schemas.openxmlformats.org/drawingml/2006/main" prst="hexagon">
            <a:avLst/>
          </a:prstGeom>
          <a:solidFill xmlns:a="http://schemas.openxmlformats.org/drawingml/2006/main">
            <a:srgbClr val="EAF3FD"/>
          </a:solidFill>
          <a:ln xmlns:a="http://schemas.openxmlformats.org/drawingml/2006/main" w="14288">
            <a:solidFill>
              <a:srgbClr val="2166B0"/>
            </a:solidFill>
          </a:ln>
        </p:spPr>
      </p:sp>
      <p:sp>
        <p:nvSpPr>
          <p:cNvPr id="19" name="text-18">
            <a:extLst xmlns:a="http://schemas.openxmlformats.org/drawingml/2006/main">
              <a:ext uri="{FF2B5EF4-FFF2-40B4-BE49-F238E27FC236}">
                <a16:creationId xmlns:a16="http://schemas.microsoft.com/office/drawing/2014/main" id="{02F41C0D-4C09-4013-A9A3-D67412B17419}"/>
              </a:ext>
            </a:extLst>
          </p:cNvPr>
          <p:cNvSpPr>
            <a:spLocks xmlns:a="http://schemas.openxmlformats.org/drawingml/2006/main" noGrp="1"/>
          </p:cNvSpPr>
          <p:nvPr/>
        </p:nvSpPr>
        <p:spPr>
          <a:xfrm xmlns:a="http://schemas.openxmlformats.org/drawingml/2006/main">
            <a:off x="2514600" y="2571750"/>
            <a:ext cx="1552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163A63"/>
                </a:solidFill>
                <a:latin typeface="Hiragino Sans GB"/>
                <a:ea typeface="Hiragino Sans GB"/>
                <a:cs typeface="Hiragino Sans GB"/>
              </a:defRPr>
            </a:pPr>
            <a:r>
              <a:rPr sz="1500" b="1">
                <a:solidFill>
                  <a:srgbClr val="163A63"/>
                </a:solidFill>
                <a:latin typeface="Hiragino Sans GB"/>
                <a:ea typeface="Hiragino Sans GB"/>
                <a:cs typeface="Hiragino Sans GB"/>
              </a:rPr>
              <a:t>总并发调用数</a:t>
            </a:r>
          </a:p>
          <a:p xmlns:a="http://schemas.openxmlformats.org/drawingml/2006/main">
            <a:pPr algn="ctr">
              <a:defRPr sz="1500" b="1">
                <a:solidFill>
                  <a:srgbClr val="163A63"/>
                </a:solidFill>
                <a:latin typeface="Hiragino Sans GB"/>
                <a:ea typeface="Hiragino Sans GB"/>
                <a:cs typeface="Hiragino Sans GB"/>
              </a:defRPr>
            </a:pPr>
            <a:r>
              <a:rPr sz="1500" b="1">
                <a:solidFill>
                  <a:srgbClr val="163A63"/>
                </a:solidFill>
                <a:latin typeface="Hiragino Sans GB"/>
                <a:ea typeface="Hiragino Sans GB"/>
                <a:cs typeface="Hiragino Sans GB"/>
              </a:rPr>
              <a:t>单Agent并发数</a:t>
            </a:r>
          </a:p>
        </p:txBody>
      </p:sp>
      <p:sp>
        <p:nvSpPr>
          <p:cNvPr id="20" name="shape-19">
            <a:extLst xmlns:a="http://schemas.openxmlformats.org/drawingml/2006/main">
              <a:ext uri="{FF2B5EF4-FFF2-40B4-BE49-F238E27FC236}">
                <a16:creationId xmlns:a16="http://schemas.microsoft.com/office/drawing/2014/main" id="{C01BE4DF-3087-4FA9-8DC6-A8188739B887}"/>
              </a:ext>
            </a:extLst>
          </p:cNvPr>
          <p:cNvSpPr>
            <a:spLocks xmlns:a="http://schemas.openxmlformats.org/drawingml/2006/main" noGrp="1"/>
          </p:cNvSpPr>
          <p:nvPr/>
        </p:nvSpPr>
        <p:spPr>
          <a:xfrm xmlns:a="http://schemas.openxmlformats.org/drawingml/2006/main">
            <a:off x="1228725" y="2781300"/>
            <a:ext cx="9525" cy="9525"/>
          </a:xfrm>
          <a:prstGeom xmlns:a="http://schemas.openxmlformats.org/drawingml/2006/main" prst="rect">
            <a:avLst/>
          </a:prstGeom>
          <a:noFill xmlns:a="http://schemas.openxmlformats.org/drawingml/2006/main"/>
          <a:ln xmlns:a="http://schemas.openxmlformats.org/drawingml/2006/main" w="11906">
            <a:noFill/>
          </a:ln>
        </p:spPr>
      </p:sp>
      <p:sp>
        <p:nvSpPr>
          <p:cNvPr id="21" name="shape-20">
            <a:extLst xmlns:a="http://schemas.openxmlformats.org/drawingml/2006/main">
              <a:ext uri="{FF2B5EF4-FFF2-40B4-BE49-F238E27FC236}">
                <a16:creationId xmlns:a16="http://schemas.microsoft.com/office/drawing/2014/main" id="{3F902AE5-5CE1-44F1-8D45-403E64B589E7}"/>
              </a:ext>
            </a:extLst>
          </p:cNvPr>
          <p:cNvSpPr>
            <a:spLocks xmlns:a="http://schemas.openxmlformats.org/drawingml/2006/main" noGrp="1"/>
          </p:cNvSpPr>
          <p:nvPr/>
        </p:nvSpPr>
        <p:spPr>
          <a:xfrm xmlns:a="http://schemas.openxmlformats.org/drawingml/2006/main">
            <a:off x="2343150" y="2781300"/>
            <a:ext cx="9525" cy="9525"/>
          </a:xfrm>
          <a:prstGeom xmlns:a="http://schemas.openxmlformats.org/drawingml/2006/main" prst="rect">
            <a:avLst/>
          </a:prstGeom>
          <a:noFill xmlns:a="http://schemas.openxmlformats.org/drawingml/2006/main"/>
          <a:ln xmlns:a="http://schemas.openxmlformats.org/drawingml/2006/main" w="11906">
            <a:noFill/>
          </a:ln>
        </p:spPr>
      </p:sp>
      <p:cxnSp>
        <p:nvCxnSpPr>
          <p:cNvPr id="181" name=""/>
          <p:cNvCxnSpPr>
            <a:stCxn xmlns:a="http://schemas.openxmlformats.org/drawingml/2006/main" id="20" idx="3"/>
            <a:endCxn xmlns:a="http://schemas.openxmlformats.org/drawingml/2006/main" id="21" idx="1"/>
          </p:cNvCxnSpPr>
          <p:nvPr/>
        </p:nvCxnSpPr>
        <p:spPr>
          <a:xfrm xmlns:a="http://schemas.openxmlformats.org/drawingml/2006/main">
            <a:off x="1238250" y="2786063"/>
            <a:ext cx="1104900" cy="0"/>
          </a:xfrm>
          <a:prstGeom xmlns:a="http://schemas.openxmlformats.org/drawingml/2006/main" prst="straightConnector1">
            <a:avLst/>
          </a:prstGeom>
          <a:ln xmlns:a="http://schemas.openxmlformats.org/drawingml/2006/main" w="20003">
            <a:solidFill>
              <a:srgbClr val="2166B0"/>
            </a:solidFill>
            <a:prstDash val="solid"/>
            <a:tailEnd type="triangle" w="sm" len="sm"/>
          </a:ln>
        </p:spPr>
      </p:cxnSp>
      <p:sp>
        <p:nvSpPr>
          <p:cNvPr id="23" name="text-22">
            <a:extLst xmlns:a="http://schemas.openxmlformats.org/drawingml/2006/main">
              <a:ext uri="{FF2B5EF4-FFF2-40B4-BE49-F238E27FC236}">
                <a16:creationId xmlns:a16="http://schemas.microsoft.com/office/drawing/2014/main" id="{BA7CFB29-A8A6-4C5B-A92D-2250531F3CF6}"/>
              </a:ext>
            </a:extLst>
          </p:cNvPr>
          <p:cNvSpPr>
            <a:spLocks xmlns:a="http://schemas.openxmlformats.org/drawingml/2006/main" noGrp="1"/>
          </p:cNvSpPr>
          <p:nvPr/>
        </p:nvSpPr>
        <p:spPr>
          <a:xfrm xmlns:a="http://schemas.openxmlformats.org/drawingml/2006/main">
            <a:off x="2390775" y="3143250"/>
            <a:ext cx="1790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425" b="0">
                <a:solidFill>
                  <a:srgbClr val="647D99"/>
                </a:solidFill>
                <a:latin typeface="Hiragino Sans GB"/>
                <a:ea typeface="Hiragino Sans GB"/>
                <a:cs typeface="Hiragino Sans GB"/>
              </a:defRPr>
            </a:pPr>
            <a:r>
              <a:rPr sz="1425" b="0">
                <a:solidFill>
                  <a:srgbClr val="647D99"/>
                </a:solidFill>
                <a:latin typeface="Hiragino Sans GB"/>
                <a:ea typeface="Hiragino Sans GB"/>
                <a:cs typeface="Hiragino Sans GB"/>
              </a:rPr>
              <a:t>同时调用数量上限</a:t>
            </a:r>
          </a:p>
        </p:txBody>
      </p:sp>
      <p:sp>
        <p:nvSpPr>
          <p:cNvPr id="24" name="glyph-ellipse-23">
            <a:extLst xmlns:a="http://schemas.openxmlformats.org/drawingml/2006/main">
              <a:ext uri="{FF2B5EF4-FFF2-40B4-BE49-F238E27FC236}">
                <a16:creationId xmlns:a16="http://schemas.microsoft.com/office/drawing/2014/main" id="{914D4790-7EC2-4D3A-AEA2-646F1770BF7A}"/>
              </a:ext>
            </a:extLst>
          </p:cNvPr>
          <p:cNvSpPr>
            <a:spLocks xmlns:a="http://schemas.openxmlformats.org/drawingml/2006/main" noGrp="1"/>
          </p:cNvSpPr>
          <p:nvPr/>
        </p:nvSpPr>
        <p:spPr>
          <a:xfrm xmlns:a="http://schemas.openxmlformats.org/drawingml/2006/main">
            <a:off x="5019675" y="2581275"/>
            <a:ext cx="409575" cy="409575"/>
          </a:xfrm>
          <a:prstGeom xmlns:a="http://schemas.openxmlformats.org/drawingml/2006/main" prst="ellipse">
            <a:avLst/>
          </a:prstGeom>
          <a:solidFill xmlns:a="http://schemas.openxmlformats.org/drawingml/2006/main">
            <a:srgbClr val="FFFFFF"/>
          </a:solidFill>
          <a:ln xmlns:a="http://schemas.openxmlformats.org/drawingml/2006/main" w="16193">
            <a:solidFill>
              <a:srgbClr val="2166B0"/>
            </a:solidFill>
          </a:ln>
        </p:spPr>
      </p:sp>
      <p:sp>
        <p:nvSpPr>
          <p:cNvPr id="25" name="line-24">
            <a:extLst xmlns:a="http://schemas.openxmlformats.org/drawingml/2006/main">
              <a:ext uri="{FF2B5EF4-FFF2-40B4-BE49-F238E27FC236}">
                <a16:creationId xmlns:a16="http://schemas.microsoft.com/office/drawing/2014/main" id="{E67E4F41-CF46-4793-8FBD-BB0B5ED2F445}"/>
              </a:ext>
            </a:extLst>
          </p:cNvPr>
          <p:cNvSpPr>
            <a:spLocks xmlns:a="http://schemas.openxmlformats.org/drawingml/2006/main" noGrp="1"/>
          </p:cNvSpPr>
          <p:nvPr/>
        </p:nvSpPr>
        <p:spPr>
          <a:xfrm xmlns:a="http://schemas.openxmlformats.org/drawingml/2006/main">
            <a:off x="5224463" y="2654999"/>
            <a:ext cx="0" cy="131064"/>
          </a:xfrm>
          <a:prstGeom xmlns:a="http://schemas.openxmlformats.org/drawingml/2006/main" prst="line">
            <a:avLst/>
          </a:prstGeom>
          <a:noFill xmlns:a="http://schemas.openxmlformats.org/drawingml/2006/main"/>
          <a:ln xmlns:a="http://schemas.openxmlformats.org/drawingml/2006/main" w="15240">
            <a:solidFill>
              <a:srgbClr val="2166B0"/>
            </a:solidFill>
            <a:prstDash val="solid"/>
          </a:ln>
        </p:spPr>
      </p:sp>
      <p:sp>
        <p:nvSpPr>
          <p:cNvPr id="26" name="line-25">
            <a:extLst xmlns:a="http://schemas.openxmlformats.org/drawingml/2006/main">
              <a:ext uri="{FF2B5EF4-FFF2-40B4-BE49-F238E27FC236}">
                <a16:creationId xmlns:a16="http://schemas.microsoft.com/office/drawing/2014/main" id="{4A3B9478-F21B-42A4-95FF-8F84BBED4F8B}"/>
              </a:ext>
            </a:extLst>
          </p:cNvPr>
          <p:cNvSpPr>
            <a:spLocks xmlns:a="http://schemas.openxmlformats.org/drawingml/2006/main" noGrp="1"/>
          </p:cNvSpPr>
          <p:nvPr/>
        </p:nvSpPr>
        <p:spPr>
          <a:xfrm xmlns:a="http://schemas.openxmlformats.org/drawingml/2006/main">
            <a:off x="5224463" y="2786063"/>
            <a:ext cx="106489" cy="61436"/>
          </a:xfrm>
          <a:prstGeom xmlns:a="http://schemas.openxmlformats.org/drawingml/2006/main" prst="line">
            <a:avLst/>
          </a:prstGeom>
          <a:noFill xmlns:a="http://schemas.openxmlformats.org/drawingml/2006/main"/>
          <a:ln xmlns:a="http://schemas.openxmlformats.org/drawingml/2006/main" w="15240">
            <a:solidFill>
              <a:srgbClr val="2166B0"/>
            </a:solidFill>
            <a:prstDash val="solid"/>
          </a:ln>
        </p:spPr>
      </p:sp>
      <p:sp>
        <p:nvSpPr>
          <p:cNvPr id="27" name="shape-26">
            <a:extLst xmlns:a="http://schemas.openxmlformats.org/drawingml/2006/main">
              <a:ext uri="{FF2B5EF4-FFF2-40B4-BE49-F238E27FC236}">
                <a16:creationId xmlns:a16="http://schemas.microsoft.com/office/drawing/2014/main" id="{C4F4DD3F-71A6-40D9-ACBE-D6ABB7410C2C}"/>
              </a:ext>
            </a:extLst>
          </p:cNvPr>
          <p:cNvSpPr>
            <a:spLocks xmlns:a="http://schemas.openxmlformats.org/drawingml/2006/main" noGrp="1"/>
          </p:cNvSpPr>
          <p:nvPr/>
        </p:nvSpPr>
        <p:spPr>
          <a:xfrm xmlns:a="http://schemas.openxmlformats.org/drawingml/2006/main">
            <a:off x="4229100" y="2781300"/>
            <a:ext cx="9525" cy="9525"/>
          </a:xfrm>
          <a:prstGeom xmlns:a="http://schemas.openxmlformats.org/drawingml/2006/main" prst="rect">
            <a:avLst/>
          </a:prstGeom>
          <a:noFill xmlns:a="http://schemas.openxmlformats.org/drawingml/2006/main"/>
          <a:ln xmlns:a="http://schemas.openxmlformats.org/drawingml/2006/main" w="11906">
            <a:noFill/>
          </a:ln>
        </p:spPr>
      </p:sp>
      <p:sp>
        <p:nvSpPr>
          <p:cNvPr id="28" name="shape-27">
            <a:extLst xmlns:a="http://schemas.openxmlformats.org/drawingml/2006/main">
              <a:ext uri="{FF2B5EF4-FFF2-40B4-BE49-F238E27FC236}">
                <a16:creationId xmlns:a16="http://schemas.microsoft.com/office/drawing/2014/main" id="{67219507-4F0B-4511-91DD-B52E23832AB8}"/>
              </a:ext>
            </a:extLst>
          </p:cNvPr>
          <p:cNvSpPr>
            <a:spLocks xmlns:a="http://schemas.openxmlformats.org/drawingml/2006/main" noGrp="1"/>
          </p:cNvSpPr>
          <p:nvPr/>
        </p:nvSpPr>
        <p:spPr>
          <a:xfrm xmlns:a="http://schemas.openxmlformats.org/drawingml/2006/main">
            <a:off x="5019675" y="2781300"/>
            <a:ext cx="9525" cy="9525"/>
          </a:xfrm>
          <a:prstGeom xmlns:a="http://schemas.openxmlformats.org/drawingml/2006/main" prst="rect">
            <a:avLst/>
          </a:prstGeom>
          <a:noFill xmlns:a="http://schemas.openxmlformats.org/drawingml/2006/main"/>
          <a:ln xmlns:a="http://schemas.openxmlformats.org/drawingml/2006/main" w="11906">
            <a:noFill/>
          </a:ln>
        </p:spPr>
      </p:sp>
      <p:cxnSp>
        <p:nvCxnSpPr>
          <p:cNvPr id="188" name=""/>
          <p:cNvCxnSpPr>
            <a:stCxn xmlns:a="http://schemas.openxmlformats.org/drawingml/2006/main" id="27" idx="3"/>
            <a:endCxn xmlns:a="http://schemas.openxmlformats.org/drawingml/2006/main" id="28" idx="1"/>
          </p:cNvCxnSpPr>
          <p:nvPr/>
        </p:nvCxnSpPr>
        <p:spPr>
          <a:xfrm xmlns:a="http://schemas.openxmlformats.org/drawingml/2006/main">
            <a:off x="4238625" y="2786063"/>
            <a:ext cx="781050" cy="0"/>
          </a:xfrm>
          <a:prstGeom xmlns:a="http://schemas.openxmlformats.org/drawingml/2006/main" prst="straightConnector1">
            <a:avLst/>
          </a:prstGeom>
          <a:ln xmlns:a="http://schemas.openxmlformats.org/drawingml/2006/main" w="20003">
            <a:solidFill>
              <a:srgbClr val="2166B0"/>
            </a:solidFill>
            <a:prstDash val="solid"/>
            <a:tailEnd type="triangle" w="sm" len="sm"/>
          </a:ln>
        </p:spPr>
      </p:cxnSp>
      <p:sp>
        <p:nvSpPr>
          <p:cNvPr id="30" name="text-29">
            <a:extLst xmlns:a="http://schemas.openxmlformats.org/drawingml/2006/main">
              <a:ext uri="{FF2B5EF4-FFF2-40B4-BE49-F238E27FC236}">
                <a16:creationId xmlns:a16="http://schemas.microsoft.com/office/drawing/2014/main" id="{5702B575-1230-4ECC-BF23-4019DA35BA81}"/>
              </a:ext>
            </a:extLst>
          </p:cNvPr>
          <p:cNvSpPr>
            <a:spLocks xmlns:a="http://schemas.openxmlformats.org/drawingml/2006/main" noGrp="1"/>
          </p:cNvSpPr>
          <p:nvPr/>
        </p:nvSpPr>
        <p:spPr>
          <a:xfrm xmlns:a="http://schemas.openxmlformats.org/drawingml/2006/main">
            <a:off x="4486275" y="31051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1">
                <a:solidFill>
                  <a:srgbClr val="163A63"/>
                </a:solidFill>
                <a:latin typeface="Hiragino Sans GB"/>
                <a:ea typeface="Hiragino Sans GB"/>
                <a:cs typeface="Hiragino Sans GB"/>
              </a:defRPr>
            </a:pPr>
            <a:r>
              <a:rPr sz="1575" b="1">
                <a:solidFill>
                  <a:srgbClr val="163A63"/>
                </a:solidFill>
                <a:latin typeface="Hiragino Sans GB"/>
                <a:ea typeface="Hiragino Sans GB"/>
                <a:cs typeface="Hiragino Sans GB"/>
              </a:rPr>
              <a:t>每次调用设超时</a:t>
            </a:r>
          </a:p>
        </p:txBody>
      </p:sp>
      <p:sp>
        <p:nvSpPr>
          <p:cNvPr id="31" name="glyph-roundRect-30">
            <a:extLst xmlns:a="http://schemas.openxmlformats.org/drawingml/2006/main">
              <a:ext uri="{FF2B5EF4-FFF2-40B4-BE49-F238E27FC236}">
                <a16:creationId xmlns:a16="http://schemas.microsoft.com/office/drawing/2014/main" id="{C98D855C-19C3-4FCC-A701-C3454AEC8602}"/>
              </a:ext>
            </a:extLst>
          </p:cNvPr>
          <p:cNvSpPr>
            <a:spLocks xmlns:a="http://schemas.openxmlformats.org/drawingml/2006/main" noGrp="1"/>
          </p:cNvSpPr>
          <p:nvPr/>
        </p:nvSpPr>
        <p:spPr>
          <a:xfrm xmlns:a="http://schemas.openxmlformats.org/drawingml/2006/main">
            <a:off x="6877050" y="2533650"/>
            <a:ext cx="419100" cy="476250"/>
          </a:xfrm>
          <a:prstGeom xmlns:a="http://schemas.openxmlformats.org/drawingml/2006/main" prst="roundRect">
            <a:avLst>
              <a:gd name="adj" fmla="val 18182"/>
            </a:avLst>
          </a:prstGeom>
          <a:solidFill xmlns:a="http://schemas.openxmlformats.org/drawingml/2006/main">
            <a:srgbClr val="F3F7FD"/>
          </a:solidFill>
          <a:ln xmlns:a="http://schemas.openxmlformats.org/drawingml/2006/main" w="15240">
            <a:solidFill>
              <a:srgbClr val="163A63"/>
            </a:solidFill>
          </a:ln>
        </p:spPr>
      </p:sp>
      <p:sp>
        <p:nvSpPr>
          <p:cNvPr id="32" name="glyph-rect-31">
            <a:extLst xmlns:a="http://schemas.openxmlformats.org/drawingml/2006/main">
              <a:ext uri="{FF2B5EF4-FFF2-40B4-BE49-F238E27FC236}">
                <a16:creationId xmlns:a16="http://schemas.microsoft.com/office/drawing/2014/main" id="{9528225F-C0A5-47FD-8314-041413AEBC70}"/>
              </a:ext>
            </a:extLst>
          </p:cNvPr>
          <p:cNvSpPr>
            <a:spLocks xmlns:a="http://schemas.openxmlformats.org/drawingml/2006/main" noGrp="1"/>
          </p:cNvSpPr>
          <p:nvPr/>
        </p:nvSpPr>
        <p:spPr>
          <a:xfrm xmlns:a="http://schemas.openxmlformats.org/drawingml/2006/main">
            <a:off x="6927342" y="2600325"/>
            <a:ext cx="318516" cy="76200"/>
          </a:xfrm>
          <a:prstGeom xmlns:a="http://schemas.openxmlformats.org/drawingml/2006/main" prst="rect">
            <a:avLst/>
          </a:prstGeom>
          <a:solidFill xmlns:a="http://schemas.openxmlformats.org/drawingml/2006/main">
            <a:srgbClr val="FFFFFF"/>
          </a:solidFill>
          <a:ln xmlns:a="http://schemas.openxmlformats.org/drawingml/2006/main" w="10954">
            <a:solidFill>
              <a:srgbClr val="163A63"/>
            </a:solidFill>
          </a:ln>
        </p:spPr>
      </p:sp>
      <p:sp>
        <p:nvSpPr>
          <p:cNvPr id="33" name="glyph-ellipse-32">
            <a:extLst xmlns:a="http://schemas.openxmlformats.org/drawingml/2006/main">
              <a:ext uri="{FF2B5EF4-FFF2-40B4-BE49-F238E27FC236}">
                <a16:creationId xmlns:a16="http://schemas.microsoft.com/office/drawing/2014/main" id="{F1275CFD-FDDB-489D-999F-5DD0DE507B6F}"/>
              </a:ext>
            </a:extLst>
          </p:cNvPr>
          <p:cNvSpPr>
            <a:spLocks xmlns:a="http://schemas.openxmlformats.org/drawingml/2006/main" noGrp="1"/>
          </p:cNvSpPr>
          <p:nvPr/>
        </p:nvSpPr>
        <p:spPr>
          <a:xfrm xmlns:a="http://schemas.openxmlformats.org/drawingml/2006/main">
            <a:off x="6960870" y="2624138"/>
            <a:ext cx="23051" cy="23051"/>
          </a:xfrm>
          <a:prstGeom xmlns:a="http://schemas.openxmlformats.org/drawingml/2006/main" prst="ellipse">
            <a:avLst/>
          </a:prstGeom>
          <a:solidFill xmlns:a="http://schemas.openxmlformats.org/drawingml/2006/main">
            <a:srgbClr val="2166B0"/>
          </a:solidFill>
          <a:ln xmlns:a="http://schemas.openxmlformats.org/drawingml/2006/main" w="4763">
            <a:solidFill>
              <a:srgbClr val="2166B0"/>
            </a:solidFill>
          </a:ln>
        </p:spPr>
      </p:sp>
      <p:sp>
        <p:nvSpPr>
          <p:cNvPr id="34" name="line-33">
            <a:extLst xmlns:a="http://schemas.openxmlformats.org/drawingml/2006/main">
              <a:ext uri="{FF2B5EF4-FFF2-40B4-BE49-F238E27FC236}">
                <a16:creationId xmlns:a16="http://schemas.microsoft.com/office/drawing/2014/main" id="{7B439A4C-1D09-4FE0-8027-A5C2D618882F}"/>
              </a:ext>
            </a:extLst>
          </p:cNvPr>
          <p:cNvSpPr>
            <a:spLocks xmlns:a="http://schemas.openxmlformats.org/drawingml/2006/main" noGrp="1"/>
          </p:cNvSpPr>
          <p:nvPr/>
        </p:nvSpPr>
        <p:spPr>
          <a:xfrm xmlns:a="http://schemas.openxmlformats.org/drawingml/2006/main">
            <a:off x="7057263" y="2638425"/>
            <a:ext cx="138303" cy="0"/>
          </a:xfrm>
          <a:prstGeom xmlns:a="http://schemas.openxmlformats.org/drawingml/2006/main" prst="line">
            <a:avLst/>
          </a:prstGeom>
          <a:noFill xmlns:a="http://schemas.openxmlformats.org/drawingml/2006/main"/>
          <a:ln xmlns:a="http://schemas.openxmlformats.org/drawingml/2006/main" w="9525">
            <a:solidFill>
              <a:srgbClr val="163A63"/>
            </a:solidFill>
            <a:prstDash val="solid"/>
          </a:ln>
        </p:spPr>
      </p:sp>
      <p:sp>
        <p:nvSpPr>
          <p:cNvPr id="35" name="glyph-rect-34">
            <a:extLst xmlns:a="http://schemas.openxmlformats.org/drawingml/2006/main">
              <a:ext uri="{FF2B5EF4-FFF2-40B4-BE49-F238E27FC236}">
                <a16:creationId xmlns:a16="http://schemas.microsoft.com/office/drawing/2014/main" id="{5AD3677E-5135-4AC4-84F4-FB83ECB19D7A}"/>
              </a:ext>
            </a:extLst>
          </p:cNvPr>
          <p:cNvSpPr>
            <a:spLocks xmlns:a="http://schemas.openxmlformats.org/drawingml/2006/main" noGrp="1"/>
          </p:cNvSpPr>
          <p:nvPr/>
        </p:nvSpPr>
        <p:spPr>
          <a:xfrm xmlns:a="http://schemas.openxmlformats.org/drawingml/2006/main">
            <a:off x="6927342" y="2719388"/>
            <a:ext cx="318516" cy="76200"/>
          </a:xfrm>
          <a:prstGeom xmlns:a="http://schemas.openxmlformats.org/drawingml/2006/main" prst="rect">
            <a:avLst/>
          </a:prstGeom>
          <a:solidFill xmlns:a="http://schemas.openxmlformats.org/drawingml/2006/main">
            <a:srgbClr val="FFFFFF"/>
          </a:solidFill>
          <a:ln xmlns:a="http://schemas.openxmlformats.org/drawingml/2006/main" w="10954">
            <a:solidFill>
              <a:srgbClr val="163A63"/>
            </a:solidFill>
          </a:ln>
        </p:spPr>
      </p:sp>
      <p:sp>
        <p:nvSpPr>
          <p:cNvPr id="36" name="glyph-ellipse-35">
            <a:extLst xmlns:a="http://schemas.openxmlformats.org/drawingml/2006/main">
              <a:ext uri="{FF2B5EF4-FFF2-40B4-BE49-F238E27FC236}">
                <a16:creationId xmlns:a16="http://schemas.microsoft.com/office/drawing/2014/main" id="{D4FDF483-BD5C-4257-9B59-2A9027C4207E}"/>
              </a:ext>
            </a:extLst>
          </p:cNvPr>
          <p:cNvSpPr>
            <a:spLocks xmlns:a="http://schemas.openxmlformats.org/drawingml/2006/main" noGrp="1"/>
          </p:cNvSpPr>
          <p:nvPr/>
        </p:nvSpPr>
        <p:spPr>
          <a:xfrm xmlns:a="http://schemas.openxmlformats.org/drawingml/2006/main">
            <a:off x="6960870" y="2743200"/>
            <a:ext cx="23051" cy="23051"/>
          </a:xfrm>
          <a:prstGeom xmlns:a="http://schemas.openxmlformats.org/drawingml/2006/main" prst="ellipse">
            <a:avLst/>
          </a:prstGeom>
          <a:solidFill xmlns:a="http://schemas.openxmlformats.org/drawingml/2006/main">
            <a:srgbClr val="2166B0"/>
          </a:solidFill>
          <a:ln xmlns:a="http://schemas.openxmlformats.org/drawingml/2006/main" w="4763">
            <a:solidFill>
              <a:srgbClr val="2166B0"/>
            </a:solidFill>
          </a:ln>
        </p:spPr>
      </p:sp>
      <p:sp>
        <p:nvSpPr>
          <p:cNvPr id="37" name="line-36">
            <a:extLst xmlns:a="http://schemas.openxmlformats.org/drawingml/2006/main">
              <a:ext uri="{FF2B5EF4-FFF2-40B4-BE49-F238E27FC236}">
                <a16:creationId xmlns:a16="http://schemas.microsoft.com/office/drawing/2014/main" id="{1BCCDACA-16CA-4896-8082-3627C093CFD4}"/>
              </a:ext>
            </a:extLst>
          </p:cNvPr>
          <p:cNvSpPr>
            <a:spLocks xmlns:a="http://schemas.openxmlformats.org/drawingml/2006/main" noGrp="1"/>
          </p:cNvSpPr>
          <p:nvPr/>
        </p:nvSpPr>
        <p:spPr>
          <a:xfrm xmlns:a="http://schemas.openxmlformats.org/drawingml/2006/main">
            <a:off x="7057263" y="2757488"/>
            <a:ext cx="138303" cy="0"/>
          </a:xfrm>
          <a:prstGeom xmlns:a="http://schemas.openxmlformats.org/drawingml/2006/main" prst="line">
            <a:avLst/>
          </a:prstGeom>
          <a:noFill xmlns:a="http://schemas.openxmlformats.org/drawingml/2006/main"/>
          <a:ln xmlns:a="http://schemas.openxmlformats.org/drawingml/2006/main" w="9525">
            <a:solidFill>
              <a:srgbClr val="163A63"/>
            </a:solidFill>
            <a:prstDash val="solid"/>
          </a:ln>
        </p:spPr>
      </p:sp>
      <p:sp>
        <p:nvSpPr>
          <p:cNvPr id="38" name="glyph-rect-37">
            <a:extLst xmlns:a="http://schemas.openxmlformats.org/drawingml/2006/main">
              <a:ext uri="{FF2B5EF4-FFF2-40B4-BE49-F238E27FC236}">
                <a16:creationId xmlns:a16="http://schemas.microsoft.com/office/drawing/2014/main" id="{C39B8FFD-C901-4027-BB8A-FE4E17BBB7DA}"/>
              </a:ext>
            </a:extLst>
          </p:cNvPr>
          <p:cNvSpPr>
            <a:spLocks xmlns:a="http://schemas.openxmlformats.org/drawingml/2006/main" noGrp="1"/>
          </p:cNvSpPr>
          <p:nvPr/>
        </p:nvSpPr>
        <p:spPr>
          <a:xfrm xmlns:a="http://schemas.openxmlformats.org/drawingml/2006/main">
            <a:off x="6927342" y="2838450"/>
            <a:ext cx="318516" cy="76200"/>
          </a:xfrm>
          <a:prstGeom xmlns:a="http://schemas.openxmlformats.org/drawingml/2006/main" prst="rect">
            <a:avLst/>
          </a:prstGeom>
          <a:solidFill xmlns:a="http://schemas.openxmlformats.org/drawingml/2006/main">
            <a:srgbClr val="FFFFFF"/>
          </a:solidFill>
          <a:ln xmlns:a="http://schemas.openxmlformats.org/drawingml/2006/main" w="10954">
            <a:solidFill>
              <a:srgbClr val="163A63"/>
            </a:solidFill>
          </a:ln>
        </p:spPr>
      </p:sp>
      <p:sp>
        <p:nvSpPr>
          <p:cNvPr id="39" name="glyph-ellipse-38">
            <a:extLst xmlns:a="http://schemas.openxmlformats.org/drawingml/2006/main">
              <a:ext uri="{FF2B5EF4-FFF2-40B4-BE49-F238E27FC236}">
                <a16:creationId xmlns:a16="http://schemas.microsoft.com/office/drawing/2014/main" id="{9DEFCB37-D02D-45BC-8035-4E28ABB0B989}"/>
              </a:ext>
            </a:extLst>
          </p:cNvPr>
          <p:cNvSpPr>
            <a:spLocks xmlns:a="http://schemas.openxmlformats.org/drawingml/2006/main" noGrp="1"/>
          </p:cNvSpPr>
          <p:nvPr/>
        </p:nvSpPr>
        <p:spPr>
          <a:xfrm xmlns:a="http://schemas.openxmlformats.org/drawingml/2006/main">
            <a:off x="6960870" y="2862263"/>
            <a:ext cx="23051" cy="23051"/>
          </a:xfrm>
          <a:prstGeom xmlns:a="http://schemas.openxmlformats.org/drawingml/2006/main" prst="ellipse">
            <a:avLst/>
          </a:prstGeom>
          <a:solidFill xmlns:a="http://schemas.openxmlformats.org/drawingml/2006/main">
            <a:srgbClr val="2166B0"/>
          </a:solidFill>
          <a:ln xmlns:a="http://schemas.openxmlformats.org/drawingml/2006/main" w="4763">
            <a:solidFill>
              <a:srgbClr val="2166B0"/>
            </a:solidFill>
          </a:ln>
        </p:spPr>
      </p:sp>
      <p:sp>
        <p:nvSpPr>
          <p:cNvPr id="40" name="line-39">
            <a:extLst xmlns:a="http://schemas.openxmlformats.org/drawingml/2006/main">
              <a:ext uri="{FF2B5EF4-FFF2-40B4-BE49-F238E27FC236}">
                <a16:creationId xmlns:a16="http://schemas.microsoft.com/office/drawing/2014/main" id="{724BF536-63B2-40F5-B4D8-D8F04D8F87BE}"/>
              </a:ext>
            </a:extLst>
          </p:cNvPr>
          <p:cNvSpPr>
            <a:spLocks xmlns:a="http://schemas.openxmlformats.org/drawingml/2006/main" noGrp="1"/>
          </p:cNvSpPr>
          <p:nvPr/>
        </p:nvSpPr>
        <p:spPr>
          <a:xfrm xmlns:a="http://schemas.openxmlformats.org/drawingml/2006/main">
            <a:off x="7057263" y="2876550"/>
            <a:ext cx="138303" cy="0"/>
          </a:xfrm>
          <a:prstGeom xmlns:a="http://schemas.openxmlformats.org/drawingml/2006/main" prst="line">
            <a:avLst/>
          </a:prstGeom>
          <a:noFill xmlns:a="http://schemas.openxmlformats.org/drawingml/2006/main"/>
          <a:ln xmlns:a="http://schemas.openxmlformats.org/drawingml/2006/main" w="9525">
            <a:solidFill>
              <a:srgbClr val="163A63"/>
            </a:solidFill>
            <a:prstDash val="solid"/>
          </a:ln>
        </p:spPr>
      </p:sp>
      <p:sp>
        <p:nvSpPr>
          <p:cNvPr id="41" name="text-40">
            <a:extLst xmlns:a="http://schemas.openxmlformats.org/drawingml/2006/main">
              <a:ext uri="{FF2B5EF4-FFF2-40B4-BE49-F238E27FC236}">
                <a16:creationId xmlns:a16="http://schemas.microsoft.com/office/drawing/2014/main" id="{53CCBB0E-B580-4B11-BD90-5D8A8EDF0691}"/>
              </a:ext>
            </a:extLst>
          </p:cNvPr>
          <p:cNvSpPr>
            <a:spLocks xmlns:a="http://schemas.openxmlformats.org/drawingml/2006/main" noGrp="1"/>
          </p:cNvSpPr>
          <p:nvPr/>
        </p:nvSpPr>
        <p:spPr>
          <a:xfrm xmlns:a="http://schemas.openxmlformats.org/drawingml/2006/main">
            <a:off x="6429375" y="3105150"/>
            <a:ext cx="1695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725" b="1">
                <a:solidFill>
                  <a:srgbClr val="163A63"/>
                </a:solidFill>
                <a:latin typeface="Hiragino Sans GB"/>
                <a:ea typeface="Hiragino Sans GB"/>
                <a:cs typeface="Hiragino Sans GB"/>
              </a:defRPr>
            </a:pPr>
            <a:r>
              <a:rPr sz="1725" b="1">
                <a:solidFill>
                  <a:srgbClr val="163A63"/>
                </a:solidFill>
                <a:latin typeface="Hiragino Sans GB"/>
                <a:ea typeface="Hiragino Sans GB"/>
                <a:cs typeface="Hiragino Sans GB"/>
              </a:rPr>
              <a:t>agentService</a:t>
            </a:r>
          </a:p>
        </p:txBody>
      </p:sp>
      <p:sp>
        <p:nvSpPr>
          <p:cNvPr id="42" name="shape-41">
            <a:extLst xmlns:a="http://schemas.openxmlformats.org/drawingml/2006/main">
              <a:ext uri="{FF2B5EF4-FFF2-40B4-BE49-F238E27FC236}">
                <a16:creationId xmlns:a16="http://schemas.microsoft.com/office/drawing/2014/main" id="{BF99EB9F-54FB-4F0F-AAE7-B3ED67F259F6}"/>
              </a:ext>
            </a:extLst>
          </p:cNvPr>
          <p:cNvSpPr>
            <a:spLocks xmlns:a="http://schemas.openxmlformats.org/drawingml/2006/main" noGrp="1"/>
          </p:cNvSpPr>
          <p:nvPr/>
        </p:nvSpPr>
        <p:spPr>
          <a:xfrm xmlns:a="http://schemas.openxmlformats.org/drawingml/2006/main">
            <a:off x="5429250" y="2781300"/>
            <a:ext cx="9525" cy="9525"/>
          </a:xfrm>
          <a:prstGeom xmlns:a="http://schemas.openxmlformats.org/drawingml/2006/main" prst="rect">
            <a:avLst/>
          </a:prstGeom>
          <a:noFill xmlns:a="http://schemas.openxmlformats.org/drawingml/2006/main"/>
          <a:ln xmlns:a="http://schemas.openxmlformats.org/drawingml/2006/main" w="11906">
            <a:noFill/>
          </a:ln>
        </p:spPr>
      </p:sp>
      <p:sp>
        <p:nvSpPr>
          <p:cNvPr id="43" name="shape-42">
            <a:extLst xmlns:a="http://schemas.openxmlformats.org/drawingml/2006/main">
              <a:ext uri="{FF2B5EF4-FFF2-40B4-BE49-F238E27FC236}">
                <a16:creationId xmlns:a16="http://schemas.microsoft.com/office/drawing/2014/main" id="{889446D7-5073-4175-B058-B2153A143A49}"/>
              </a:ext>
            </a:extLst>
          </p:cNvPr>
          <p:cNvSpPr>
            <a:spLocks xmlns:a="http://schemas.openxmlformats.org/drawingml/2006/main" noGrp="1"/>
          </p:cNvSpPr>
          <p:nvPr/>
        </p:nvSpPr>
        <p:spPr>
          <a:xfrm xmlns:a="http://schemas.openxmlformats.org/drawingml/2006/main">
            <a:off x="6877050" y="2781300"/>
            <a:ext cx="9525" cy="9525"/>
          </a:xfrm>
          <a:prstGeom xmlns:a="http://schemas.openxmlformats.org/drawingml/2006/main" prst="rect">
            <a:avLst/>
          </a:prstGeom>
          <a:noFill xmlns:a="http://schemas.openxmlformats.org/drawingml/2006/main"/>
          <a:ln xmlns:a="http://schemas.openxmlformats.org/drawingml/2006/main" w="11906">
            <a:noFill/>
          </a:ln>
        </p:spPr>
      </p:sp>
      <p:cxnSp>
        <p:nvCxnSpPr>
          <p:cNvPr id="203" name=""/>
          <p:cNvCxnSpPr>
            <a:stCxn xmlns:a="http://schemas.openxmlformats.org/drawingml/2006/main" id="42" idx="3"/>
            <a:endCxn xmlns:a="http://schemas.openxmlformats.org/drawingml/2006/main" id="43" idx="1"/>
          </p:cNvCxnSpPr>
          <p:nvPr/>
        </p:nvCxnSpPr>
        <p:spPr>
          <a:xfrm xmlns:a="http://schemas.openxmlformats.org/drawingml/2006/main">
            <a:off x="5438775" y="2786063"/>
            <a:ext cx="1438275" cy="0"/>
          </a:xfrm>
          <a:prstGeom xmlns:a="http://schemas.openxmlformats.org/drawingml/2006/main" prst="straightConnector1">
            <a:avLst/>
          </a:prstGeom>
          <a:ln xmlns:a="http://schemas.openxmlformats.org/drawingml/2006/main" w="20003">
            <a:solidFill>
              <a:srgbClr val="2166B0"/>
            </a:solidFill>
            <a:prstDash val="solid"/>
            <a:tailEnd type="triangle" w="sm" len="sm"/>
          </a:ln>
        </p:spPr>
      </p:cxnSp>
      <p:sp>
        <p:nvSpPr>
          <p:cNvPr id="45" name="glyph-cloud-44">
            <a:extLst xmlns:a="http://schemas.openxmlformats.org/drawingml/2006/main">
              <a:ext uri="{FF2B5EF4-FFF2-40B4-BE49-F238E27FC236}">
                <a16:creationId xmlns:a16="http://schemas.microsoft.com/office/drawing/2014/main" id="{CF380B4E-EA1E-48D5-9858-8FD5EBFC1EC0}"/>
              </a:ext>
            </a:extLst>
          </p:cNvPr>
          <p:cNvSpPr>
            <a:spLocks xmlns:a="http://schemas.openxmlformats.org/drawingml/2006/main" noGrp="1"/>
          </p:cNvSpPr>
          <p:nvPr/>
        </p:nvSpPr>
        <p:spPr>
          <a:xfrm xmlns:a="http://schemas.openxmlformats.org/drawingml/2006/main">
            <a:off x="8743950" y="2428875"/>
            <a:ext cx="1133475" cy="666750"/>
          </a:xfrm>
          <a:prstGeom xmlns:a="http://schemas.openxmlformats.org/drawingml/2006/main" prst="cloud">
            <a:avLst/>
          </a:prstGeom>
          <a:solidFill xmlns:a="http://schemas.openxmlformats.org/drawingml/2006/main">
            <a:srgbClr val="EEF4FC"/>
          </a:solidFill>
          <a:ln xmlns:a="http://schemas.openxmlformats.org/drawingml/2006/main" w="16193">
            <a:solidFill>
              <a:srgbClr val="416FA8"/>
            </a:solidFill>
          </a:ln>
        </p:spPr>
      </p:sp>
      <p:sp>
        <p:nvSpPr>
          <p:cNvPr id="46" name="text-45">
            <a:extLst xmlns:a="http://schemas.openxmlformats.org/drawingml/2006/main">
              <a:ext uri="{FF2B5EF4-FFF2-40B4-BE49-F238E27FC236}">
                <a16:creationId xmlns:a16="http://schemas.microsoft.com/office/drawing/2014/main" id="{EAB872B8-2FF1-4D3A-8CE0-761066D8BF8D}"/>
              </a:ext>
            </a:extLst>
          </p:cNvPr>
          <p:cNvSpPr>
            <a:spLocks xmlns:a="http://schemas.openxmlformats.org/drawingml/2006/main" noGrp="1"/>
          </p:cNvSpPr>
          <p:nvPr/>
        </p:nvSpPr>
        <p:spPr>
          <a:xfrm xmlns:a="http://schemas.openxmlformats.org/drawingml/2006/main">
            <a:off x="9048750" y="26193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650" b="1">
                <a:solidFill>
                  <a:srgbClr val="2166B0"/>
                </a:solidFill>
                <a:latin typeface="Hiragino Sans GB"/>
                <a:ea typeface="Hiragino Sans GB"/>
                <a:cs typeface="Hiragino Sans GB"/>
              </a:defRPr>
            </a:pPr>
            <a:r>
              <a:rPr sz="1650" b="1">
                <a:solidFill>
                  <a:srgbClr val="2166B0"/>
                </a:solidFill>
                <a:latin typeface="Hiragino Sans GB"/>
                <a:ea typeface="Hiragino Sans GB"/>
                <a:cs typeface="Hiragino Sans GB"/>
              </a:rPr>
              <a:t>API</a:t>
            </a:r>
          </a:p>
        </p:txBody>
      </p:sp>
      <p:sp>
        <p:nvSpPr>
          <p:cNvPr id="47" name="shape-46">
            <a:extLst xmlns:a="http://schemas.openxmlformats.org/drawingml/2006/main">
              <a:ext uri="{FF2B5EF4-FFF2-40B4-BE49-F238E27FC236}">
                <a16:creationId xmlns:a16="http://schemas.microsoft.com/office/drawing/2014/main" id="{CB8FA4C7-ED2A-43BC-A64B-84BCE2D3149A}"/>
              </a:ext>
            </a:extLst>
          </p:cNvPr>
          <p:cNvSpPr>
            <a:spLocks xmlns:a="http://schemas.openxmlformats.org/drawingml/2006/main" noGrp="1"/>
          </p:cNvSpPr>
          <p:nvPr/>
        </p:nvSpPr>
        <p:spPr>
          <a:xfrm xmlns:a="http://schemas.openxmlformats.org/drawingml/2006/main">
            <a:off x="7296150" y="2781300"/>
            <a:ext cx="9525" cy="9525"/>
          </a:xfrm>
          <a:prstGeom xmlns:a="http://schemas.openxmlformats.org/drawingml/2006/main" prst="rect">
            <a:avLst/>
          </a:prstGeom>
          <a:noFill xmlns:a="http://schemas.openxmlformats.org/drawingml/2006/main"/>
          <a:ln xmlns:a="http://schemas.openxmlformats.org/drawingml/2006/main" w="11906">
            <a:noFill/>
          </a:ln>
        </p:spPr>
      </p:sp>
      <p:sp>
        <p:nvSpPr>
          <p:cNvPr id="48" name="shape-47">
            <a:extLst xmlns:a="http://schemas.openxmlformats.org/drawingml/2006/main">
              <a:ext uri="{FF2B5EF4-FFF2-40B4-BE49-F238E27FC236}">
                <a16:creationId xmlns:a16="http://schemas.microsoft.com/office/drawing/2014/main" id="{A20E1CFD-A876-4CEB-B7E9-BDA7C0EF4E19}"/>
              </a:ext>
            </a:extLst>
          </p:cNvPr>
          <p:cNvSpPr>
            <a:spLocks xmlns:a="http://schemas.openxmlformats.org/drawingml/2006/main" noGrp="1"/>
          </p:cNvSpPr>
          <p:nvPr/>
        </p:nvSpPr>
        <p:spPr>
          <a:xfrm xmlns:a="http://schemas.openxmlformats.org/drawingml/2006/main">
            <a:off x="8743950" y="2781300"/>
            <a:ext cx="9525" cy="9525"/>
          </a:xfrm>
          <a:prstGeom xmlns:a="http://schemas.openxmlformats.org/drawingml/2006/main" prst="rect">
            <a:avLst/>
          </a:prstGeom>
          <a:noFill xmlns:a="http://schemas.openxmlformats.org/drawingml/2006/main"/>
          <a:ln xmlns:a="http://schemas.openxmlformats.org/drawingml/2006/main" w="11906">
            <a:noFill/>
          </a:ln>
        </p:spPr>
      </p:sp>
      <p:cxnSp>
        <p:nvCxnSpPr>
          <p:cNvPr id="208" name=""/>
          <p:cNvCxnSpPr>
            <a:stCxn xmlns:a="http://schemas.openxmlformats.org/drawingml/2006/main" id="47" idx="3"/>
            <a:endCxn xmlns:a="http://schemas.openxmlformats.org/drawingml/2006/main" id="48" idx="1"/>
          </p:cNvCxnSpPr>
          <p:nvPr/>
        </p:nvCxnSpPr>
        <p:spPr>
          <a:xfrm xmlns:a="http://schemas.openxmlformats.org/drawingml/2006/main">
            <a:off x="7305675" y="2786063"/>
            <a:ext cx="1438275" cy="0"/>
          </a:xfrm>
          <a:prstGeom xmlns:a="http://schemas.openxmlformats.org/drawingml/2006/main" prst="straightConnector1">
            <a:avLst/>
          </a:prstGeom>
          <a:ln xmlns:a="http://schemas.openxmlformats.org/drawingml/2006/main" w="20003">
            <a:solidFill>
              <a:srgbClr val="2166B0"/>
            </a:solidFill>
            <a:prstDash val="solid"/>
            <a:tailEnd type="triangle" w="sm" len="sm"/>
          </a:ln>
        </p:spPr>
      </p:cxnSp>
      <p:sp>
        <p:nvSpPr>
          <p:cNvPr id="50" name="text-49">
            <a:extLst xmlns:a="http://schemas.openxmlformats.org/drawingml/2006/main">
              <a:ext uri="{FF2B5EF4-FFF2-40B4-BE49-F238E27FC236}">
                <a16:creationId xmlns:a16="http://schemas.microsoft.com/office/drawing/2014/main" id="{EE71497C-C0BC-4521-ADCA-8F9820D6247D}"/>
              </a:ext>
            </a:extLst>
          </p:cNvPr>
          <p:cNvSpPr>
            <a:spLocks xmlns:a="http://schemas.openxmlformats.org/drawingml/2006/main" noGrp="1"/>
          </p:cNvSpPr>
          <p:nvPr/>
        </p:nvSpPr>
        <p:spPr>
          <a:xfrm xmlns:a="http://schemas.openxmlformats.org/drawingml/2006/main">
            <a:off x="7639050" y="2476500"/>
            <a:ext cx="8858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425" b="0">
                <a:solidFill>
                  <a:srgbClr val="647D99"/>
                </a:solidFill>
                <a:latin typeface="Hiragino Sans GB"/>
                <a:ea typeface="Hiragino Sans GB"/>
                <a:cs typeface="Hiragino Sans GB"/>
              </a:defRPr>
            </a:pPr>
            <a:r>
              <a:rPr sz="1425" b="0">
                <a:solidFill>
                  <a:srgbClr val="647D99"/>
                </a:solidFill>
                <a:latin typeface="Hiragino Sans GB"/>
                <a:ea typeface="Hiragino Sans GB"/>
                <a:cs typeface="Hiragino Sans GB"/>
              </a:rPr>
              <a:t>skillId</a:t>
            </a:r>
          </a:p>
        </p:txBody>
      </p:sp>
      <p:sp>
        <p:nvSpPr>
          <p:cNvPr id="51" name="text-50">
            <a:extLst xmlns:a="http://schemas.openxmlformats.org/drawingml/2006/main">
              <a:ext uri="{FF2B5EF4-FFF2-40B4-BE49-F238E27FC236}">
                <a16:creationId xmlns:a16="http://schemas.microsoft.com/office/drawing/2014/main" id="{90B9CDEC-9F4D-44AC-A41C-26782C77D7A8}"/>
              </a:ext>
            </a:extLst>
          </p:cNvPr>
          <p:cNvSpPr>
            <a:spLocks xmlns:a="http://schemas.openxmlformats.org/drawingml/2006/main" noGrp="1"/>
          </p:cNvSpPr>
          <p:nvPr/>
        </p:nvSpPr>
        <p:spPr>
          <a:xfrm xmlns:a="http://schemas.openxmlformats.org/drawingml/2006/main">
            <a:off x="8181975" y="3105150"/>
            <a:ext cx="1790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725" b="1">
                <a:solidFill>
                  <a:srgbClr val="163A63"/>
                </a:solidFill>
                <a:latin typeface="Hiragino Sans GB"/>
                <a:ea typeface="Hiragino Sans GB"/>
                <a:cs typeface="Hiragino Sans GB"/>
              </a:defRPr>
            </a:pPr>
            <a:r>
              <a:rPr sz="1725" b="1">
                <a:solidFill>
                  <a:srgbClr val="163A63"/>
                </a:solidFill>
                <a:latin typeface="Hiragino Sans GB"/>
                <a:ea typeface="Hiragino Sans GB"/>
                <a:cs typeface="Hiragino Sans GB"/>
              </a:rPr>
              <a:t>DomainAgent</a:t>
            </a:r>
          </a:p>
        </p:txBody>
      </p:sp>
      <p:sp>
        <p:nvSpPr>
          <p:cNvPr id="52" name="text-51">
            <a:extLst xmlns:a="http://schemas.openxmlformats.org/drawingml/2006/main">
              <a:ext uri="{FF2B5EF4-FFF2-40B4-BE49-F238E27FC236}">
                <a16:creationId xmlns:a16="http://schemas.microsoft.com/office/drawing/2014/main" id="{36E0B426-3C64-440B-9328-360C1BEA7983}"/>
              </a:ext>
            </a:extLst>
          </p:cNvPr>
          <p:cNvSpPr>
            <a:spLocks xmlns:a="http://schemas.openxmlformats.org/drawingml/2006/main" noGrp="1"/>
          </p:cNvSpPr>
          <p:nvPr/>
        </p:nvSpPr>
        <p:spPr>
          <a:xfrm xmlns:a="http://schemas.openxmlformats.org/drawingml/2006/main">
            <a:off x="552450" y="3514725"/>
            <a:ext cx="1438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1">
                <a:solidFill>
                  <a:srgbClr val="2166B0"/>
                </a:solidFill>
                <a:latin typeface="Hiragino Sans GB"/>
                <a:ea typeface="Hiragino Sans GB"/>
                <a:cs typeface="Hiragino Sans GB"/>
              </a:defRPr>
            </a:pPr>
            <a:r>
              <a:rPr sz="1650" b="1">
                <a:solidFill>
                  <a:srgbClr val="2166B0"/>
                </a:solidFill>
                <a:latin typeface="Hiragino Sans GB"/>
                <a:ea typeface="Hiragino Sans GB"/>
                <a:cs typeface="Hiragino Sans GB"/>
              </a:rPr>
              <a:t>普通流式</a:t>
            </a:r>
          </a:p>
        </p:txBody>
      </p:sp>
      <p:sp>
        <p:nvSpPr>
          <p:cNvPr id="53" name="glyph-ellipse-52">
            <a:extLst xmlns:a="http://schemas.openxmlformats.org/drawingml/2006/main">
              <a:ext uri="{FF2B5EF4-FFF2-40B4-BE49-F238E27FC236}">
                <a16:creationId xmlns:a16="http://schemas.microsoft.com/office/drawing/2014/main" id="{7657574F-9551-4FF9-A983-36FF51B2E1CE}"/>
              </a:ext>
            </a:extLst>
          </p:cNvPr>
          <p:cNvSpPr>
            <a:spLocks xmlns:a="http://schemas.openxmlformats.org/drawingml/2006/main" noGrp="1"/>
          </p:cNvSpPr>
          <p:nvPr/>
        </p:nvSpPr>
        <p:spPr>
          <a:xfrm xmlns:a="http://schemas.openxmlformats.org/drawingml/2006/main">
            <a:off x="2152650" y="3533775"/>
            <a:ext cx="228600" cy="228600"/>
          </a:xfrm>
          <a:prstGeom xmlns:a="http://schemas.openxmlformats.org/drawingml/2006/main" prst="ellipse">
            <a:avLst/>
          </a:prstGeom>
          <a:solidFill xmlns:a="http://schemas.openxmlformats.org/drawingml/2006/main">
            <a:srgbClr val="FFFFFF"/>
          </a:solidFill>
          <a:ln xmlns:a="http://schemas.openxmlformats.org/drawingml/2006/main" w="16193">
            <a:solidFill>
              <a:srgbClr val="2166B0"/>
            </a:solidFill>
          </a:ln>
        </p:spPr>
      </p:sp>
      <p:sp>
        <p:nvSpPr>
          <p:cNvPr id="54" name="line-53">
            <a:extLst xmlns:a="http://schemas.openxmlformats.org/drawingml/2006/main">
              <a:ext uri="{FF2B5EF4-FFF2-40B4-BE49-F238E27FC236}">
                <a16:creationId xmlns:a16="http://schemas.microsoft.com/office/drawing/2014/main" id="{1BDF5F7E-3364-45EF-B53A-80AF73D17051}"/>
              </a:ext>
            </a:extLst>
          </p:cNvPr>
          <p:cNvSpPr>
            <a:spLocks xmlns:a="http://schemas.openxmlformats.org/drawingml/2006/main" noGrp="1"/>
          </p:cNvSpPr>
          <p:nvPr/>
        </p:nvSpPr>
        <p:spPr>
          <a:xfrm xmlns:a="http://schemas.openxmlformats.org/drawingml/2006/main">
            <a:off x="2266950" y="3574923"/>
            <a:ext cx="0" cy="73152"/>
          </a:xfrm>
          <a:prstGeom xmlns:a="http://schemas.openxmlformats.org/drawingml/2006/main" prst="line">
            <a:avLst/>
          </a:prstGeom>
          <a:noFill xmlns:a="http://schemas.openxmlformats.org/drawingml/2006/main"/>
          <a:ln xmlns:a="http://schemas.openxmlformats.org/drawingml/2006/main" w="15240">
            <a:solidFill>
              <a:srgbClr val="2166B0"/>
            </a:solidFill>
            <a:prstDash val="solid"/>
          </a:ln>
        </p:spPr>
      </p:sp>
      <p:sp>
        <p:nvSpPr>
          <p:cNvPr id="55" name="line-54">
            <a:extLst xmlns:a="http://schemas.openxmlformats.org/drawingml/2006/main">
              <a:ext uri="{FF2B5EF4-FFF2-40B4-BE49-F238E27FC236}">
                <a16:creationId xmlns:a16="http://schemas.microsoft.com/office/drawing/2014/main" id="{81334880-3C2B-418E-B684-7D825E91CEC2}"/>
              </a:ext>
            </a:extLst>
          </p:cNvPr>
          <p:cNvSpPr>
            <a:spLocks xmlns:a="http://schemas.openxmlformats.org/drawingml/2006/main" noGrp="1"/>
          </p:cNvSpPr>
          <p:nvPr/>
        </p:nvSpPr>
        <p:spPr>
          <a:xfrm xmlns:a="http://schemas.openxmlformats.org/drawingml/2006/main">
            <a:off x="2266950" y="3648075"/>
            <a:ext cx="59436" cy="34290"/>
          </a:xfrm>
          <a:prstGeom xmlns:a="http://schemas.openxmlformats.org/drawingml/2006/main" prst="line">
            <a:avLst/>
          </a:prstGeom>
          <a:noFill xmlns:a="http://schemas.openxmlformats.org/drawingml/2006/main"/>
          <a:ln xmlns:a="http://schemas.openxmlformats.org/drawingml/2006/main" w="15240">
            <a:solidFill>
              <a:srgbClr val="2166B0"/>
            </a:solidFill>
            <a:prstDash val="solid"/>
          </a:ln>
        </p:spPr>
      </p:sp>
      <p:sp>
        <p:nvSpPr>
          <p:cNvPr id="56" name="text-55">
            <a:extLst xmlns:a="http://schemas.openxmlformats.org/drawingml/2006/main">
              <a:ext uri="{FF2B5EF4-FFF2-40B4-BE49-F238E27FC236}">
                <a16:creationId xmlns:a16="http://schemas.microsoft.com/office/drawing/2014/main" id="{A50B222E-9156-4BE5-8EB4-9A28FDF46247}"/>
              </a:ext>
            </a:extLst>
          </p:cNvPr>
          <p:cNvSpPr>
            <a:spLocks xmlns:a="http://schemas.openxmlformats.org/drawingml/2006/main" noGrp="1"/>
          </p:cNvSpPr>
          <p:nvPr/>
        </p:nvSpPr>
        <p:spPr>
          <a:xfrm xmlns:a="http://schemas.openxmlformats.org/drawingml/2006/main">
            <a:off x="2552700" y="3486150"/>
            <a:ext cx="73628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2D4663"/>
                </a:solidFill>
                <a:latin typeface="Hiragino Sans GB"/>
                <a:ea typeface="Hiragino Sans GB"/>
                <a:cs typeface="Hiragino Sans GB"/>
              </a:defRPr>
            </a:pPr>
            <a:r>
              <a:rPr sz="1575" b="0">
                <a:solidFill>
                  <a:srgbClr val="2D4663"/>
                </a:solidFill>
                <a:latin typeface="Hiragino Sans GB"/>
                <a:ea typeface="Hiragino Sans GB"/>
                <a:cs typeface="Hiragino Sans GB"/>
              </a:rPr>
              <a:t>首条有效响应、无数据间隔、整次连接分别设超时</a:t>
            </a:r>
          </a:p>
        </p:txBody>
      </p:sp>
      <p:sp>
        <p:nvSpPr>
          <p:cNvPr id="57" name="line-56">
            <a:extLst xmlns:a="http://schemas.openxmlformats.org/drawingml/2006/main">
              <a:ext uri="{FF2B5EF4-FFF2-40B4-BE49-F238E27FC236}">
                <a16:creationId xmlns:a16="http://schemas.microsoft.com/office/drawing/2014/main" id="{532DF217-2A67-4B8F-991F-7AFE8F2E92D7}"/>
              </a:ext>
            </a:extLst>
          </p:cNvPr>
          <p:cNvSpPr>
            <a:spLocks xmlns:a="http://schemas.openxmlformats.org/drawingml/2006/main" noGrp="1"/>
          </p:cNvSpPr>
          <p:nvPr/>
        </p:nvSpPr>
        <p:spPr>
          <a:xfrm xmlns:a="http://schemas.openxmlformats.org/drawingml/2006/main">
            <a:off x="523875" y="3876675"/>
            <a:ext cx="9429750" cy="0"/>
          </a:xfrm>
          <a:prstGeom xmlns:a="http://schemas.openxmlformats.org/drawingml/2006/main" prst="line">
            <a:avLst/>
          </a:prstGeom>
          <a:noFill xmlns:a="http://schemas.openxmlformats.org/drawingml/2006/main"/>
          <a:ln xmlns:a="http://schemas.openxmlformats.org/drawingml/2006/main" w="9525">
            <a:solidFill>
              <a:srgbClr val="B9CEE5"/>
            </a:solidFill>
            <a:prstDash val="solid"/>
          </a:ln>
        </p:spPr>
      </p:sp>
      <p:sp>
        <p:nvSpPr>
          <p:cNvPr id="58" name="text-57">
            <a:extLst xmlns:a="http://schemas.openxmlformats.org/drawingml/2006/main">
              <a:ext uri="{FF2B5EF4-FFF2-40B4-BE49-F238E27FC236}">
                <a16:creationId xmlns:a16="http://schemas.microsoft.com/office/drawing/2014/main" id="{B3418209-C9B0-4404-8603-173FE29F28C0}"/>
              </a:ext>
            </a:extLst>
          </p:cNvPr>
          <p:cNvSpPr>
            <a:spLocks xmlns:a="http://schemas.openxmlformats.org/drawingml/2006/main" noGrp="1"/>
          </p:cNvSpPr>
          <p:nvPr/>
        </p:nvSpPr>
        <p:spPr>
          <a:xfrm xmlns:a="http://schemas.openxmlformats.org/drawingml/2006/main">
            <a:off x="552450" y="4067175"/>
            <a:ext cx="1457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1">
                <a:solidFill>
                  <a:srgbClr val="2166B0"/>
                </a:solidFill>
                <a:latin typeface="Hiragino Sans GB"/>
                <a:ea typeface="Hiragino Sans GB"/>
                <a:cs typeface="Hiragino Sans GB"/>
              </a:defRPr>
            </a:pPr>
            <a:r>
              <a:rPr sz="1650" b="1">
                <a:solidFill>
                  <a:srgbClr val="2166B0"/>
                </a:solidFill>
                <a:latin typeface="Hiragino Sans GB"/>
                <a:ea typeface="Hiragino Sans GB"/>
                <a:cs typeface="Hiragino Sans GB"/>
              </a:rPr>
              <a:t>长任务设计</a:t>
            </a:r>
          </a:p>
        </p:txBody>
      </p:sp>
      <p:sp>
        <p:nvSpPr>
          <p:cNvPr id="59" name="glyph-ellipse-58">
            <a:extLst xmlns:a="http://schemas.openxmlformats.org/drawingml/2006/main">
              <a:ext uri="{FF2B5EF4-FFF2-40B4-BE49-F238E27FC236}">
                <a16:creationId xmlns:a16="http://schemas.microsoft.com/office/drawing/2014/main" id="{76C4A318-EC9E-4EF9-9E73-680D27C2FCE0}"/>
              </a:ext>
            </a:extLst>
          </p:cNvPr>
          <p:cNvSpPr>
            <a:spLocks xmlns:a="http://schemas.openxmlformats.org/drawingml/2006/main" noGrp="1"/>
          </p:cNvSpPr>
          <p:nvPr/>
        </p:nvSpPr>
        <p:spPr>
          <a:xfrm xmlns:a="http://schemas.openxmlformats.org/drawingml/2006/main">
            <a:off x="2371725" y="4095750"/>
            <a:ext cx="295275" cy="295275"/>
          </a:xfrm>
          <a:prstGeom xmlns:a="http://schemas.openxmlformats.org/drawingml/2006/main" prst="ellipse">
            <a:avLst/>
          </a:prstGeom>
          <a:solidFill xmlns:a="http://schemas.openxmlformats.org/drawingml/2006/main">
            <a:srgbClr val="FFFFFF"/>
          </a:solidFill>
          <a:ln xmlns:a="http://schemas.openxmlformats.org/drawingml/2006/main" w="16193">
            <a:solidFill>
              <a:srgbClr val="2166B0"/>
            </a:solidFill>
          </a:ln>
        </p:spPr>
      </p:sp>
      <p:sp>
        <p:nvSpPr>
          <p:cNvPr id="60" name="line-59">
            <a:extLst xmlns:a="http://schemas.openxmlformats.org/drawingml/2006/main">
              <a:ext uri="{FF2B5EF4-FFF2-40B4-BE49-F238E27FC236}">
                <a16:creationId xmlns:a16="http://schemas.microsoft.com/office/drawing/2014/main" id="{9EF23FE0-4CEC-48F3-9CBA-26C1909E452A}"/>
              </a:ext>
            </a:extLst>
          </p:cNvPr>
          <p:cNvSpPr>
            <a:spLocks xmlns:a="http://schemas.openxmlformats.org/drawingml/2006/main" noGrp="1"/>
          </p:cNvSpPr>
          <p:nvPr/>
        </p:nvSpPr>
        <p:spPr>
          <a:xfrm xmlns:a="http://schemas.openxmlformats.org/drawingml/2006/main">
            <a:off x="2519363" y="4148900"/>
            <a:ext cx="0" cy="94488"/>
          </a:xfrm>
          <a:prstGeom xmlns:a="http://schemas.openxmlformats.org/drawingml/2006/main" prst="line">
            <a:avLst/>
          </a:prstGeom>
          <a:noFill xmlns:a="http://schemas.openxmlformats.org/drawingml/2006/main"/>
          <a:ln xmlns:a="http://schemas.openxmlformats.org/drawingml/2006/main" w="15240">
            <a:solidFill>
              <a:srgbClr val="2166B0"/>
            </a:solidFill>
            <a:prstDash val="solid"/>
          </a:ln>
        </p:spPr>
      </p:sp>
      <p:sp>
        <p:nvSpPr>
          <p:cNvPr id="61" name="line-60">
            <a:extLst xmlns:a="http://schemas.openxmlformats.org/drawingml/2006/main">
              <a:ext uri="{FF2B5EF4-FFF2-40B4-BE49-F238E27FC236}">
                <a16:creationId xmlns:a16="http://schemas.microsoft.com/office/drawing/2014/main" id="{B0A696AF-8242-4379-9AE4-898525984E93}"/>
              </a:ext>
            </a:extLst>
          </p:cNvPr>
          <p:cNvSpPr>
            <a:spLocks xmlns:a="http://schemas.openxmlformats.org/drawingml/2006/main" noGrp="1"/>
          </p:cNvSpPr>
          <p:nvPr/>
        </p:nvSpPr>
        <p:spPr>
          <a:xfrm xmlns:a="http://schemas.openxmlformats.org/drawingml/2006/main">
            <a:off x="2519363" y="4243388"/>
            <a:ext cx="76772" cy="44291"/>
          </a:xfrm>
          <a:prstGeom xmlns:a="http://schemas.openxmlformats.org/drawingml/2006/main" prst="line">
            <a:avLst/>
          </a:prstGeom>
          <a:noFill xmlns:a="http://schemas.openxmlformats.org/drawingml/2006/main"/>
          <a:ln xmlns:a="http://schemas.openxmlformats.org/drawingml/2006/main" w="15240">
            <a:solidFill>
              <a:srgbClr val="2166B0"/>
            </a:solidFill>
            <a:prstDash val="solid"/>
          </a:ln>
        </p:spPr>
      </p:sp>
      <p:sp>
        <p:nvSpPr>
          <p:cNvPr id="62" name="text-61">
            <a:extLst xmlns:a="http://schemas.openxmlformats.org/drawingml/2006/main">
              <a:ext uri="{FF2B5EF4-FFF2-40B4-BE49-F238E27FC236}">
                <a16:creationId xmlns:a16="http://schemas.microsoft.com/office/drawing/2014/main" id="{C8339F1C-A6EF-4D1A-A2B6-235804B1C3E4}"/>
              </a:ext>
            </a:extLst>
          </p:cNvPr>
          <p:cNvSpPr>
            <a:spLocks xmlns:a="http://schemas.openxmlformats.org/drawingml/2006/main" noGrp="1"/>
          </p:cNvSpPr>
          <p:nvPr/>
        </p:nvSpPr>
        <p:spPr>
          <a:xfrm xmlns:a="http://schemas.openxmlformats.org/drawingml/2006/main">
            <a:off x="1552575" y="4457700"/>
            <a:ext cx="2085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163A63"/>
                </a:solidFill>
                <a:latin typeface="Hiragino Sans GB"/>
                <a:ea typeface="Hiragino Sans GB"/>
                <a:cs typeface="Hiragino Sans GB"/>
              </a:defRPr>
            </a:pPr>
            <a:r>
              <a:rPr sz="1425" b="1">
                <a:solidFill>
                  <a:srgbClr val="163A63"/>
                </a:solidFill>
                <a:latin typeface="Hiragino Sans GB"/>
                <a:ea typeface="Hiragino Sans GB"/>
                <a:cs typeface="Hiragino Sans GB"/>
              </a:rPr>
              <a:t>收到“后台处理中”</a:t>
            </a:r>
          </a:p>
        </p:txBody>
      </p:sp>
      <p:sp>
        <p:nvSpPr>
          <p:cNvPr id="63" name="text-62">
            <a:extLst xmlns:a="http://schemas.openxmlformats.org/drawingml/2006/main">
              <a:ext uri="{FF2B5EF4-FFF2-40B4-BE49-F238E27FC236}">
                <a16:creationId xmlns:a16="http://schemas.microsoft.com/office/drawing/2014/main" id="{A71F8D09-5E07-44A3-BBB0-A90B0B184B2D}"/>
              </a:ext>
            </a:extLst>
          </p:cNvPr>
          <p:cNvSpPr>
            <a:spLocks xmlns:a="http://schemas.openxmlformats.org/drawingml/2006/main" noGrp="1"/>
          </p:cNvSpPr>
          <p:nvPr/>
        </p:nvSpPr>
        <p:spPr>
          <a:xfrm xmlns:a="http://schemas.openxmlformats.org/drawingml/2006/main">
            <a:off x="1600200" y="4733925"/>
            <a:ext cx="18002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0">
                <a:solidFill>
                  <a:srgbClr val="647D99"/>
                </a:solidFill>
                <a:latin typeface="Hiragino Sans GB"/>
                <a:ea typeface="Hiragino Sans GB"/>
                <a:cs typeface="Hiragino Sans GB"/>
              </a:defRPr>
            </a:pPr>
            <a:r>
              <a:rPr sz="1200" b="0">
                <a:solidFill>
                  <a:srgbClr val="647D99"/>
                </a:solidFill>
                <a:latin typeface="Hiragino Sans GB"/>
                <a:ea typeface="Hiragino Sans GB"/>
                <a:cs typeface="Hiragino Sans GB"/>
              </a:rPr>
              <a:t>agent.async_started</a:t>
            </a:r>
          </a:p>
        </p:txBody>
      </p:sp>
      <p:sp>
        <p:nvSpPr>
          <p:cNvPr id="64" name="shape-63">
            <a:extLst xmlns:a="http://schemas.openxmlformats.org/drawingml/2006/main">
              <a:ext uri="{FF2B5EF4-FFF2-40B4-BE49-F238E27FC236}">
                <a16:creationId xmlns:a16="http://schemas.microsoft.com/office/drawing/2014/main" id="{1814BE4D-5C3B-43E0-8426-C4494A91DFAD}"/>
              </a:ext>
            </a:extLst>
          </p:cNvPr>
          <p:cNvSpPr>
            <a:spLocks xmlns:a="http://schemas.openxmlformats.org/drawingml/2006/main" noGrp="1"/>
          </p:cNvSpPr>
          <p:nvPr/>
        </p:nvSpPr>
        <p:spPr>
          <a:xfrm xmlns:a="http://schemas.openxmlformats.org/drawingml/2006/main">
            <a:off x="2667000" y="4248150"/>
            <a:ext cx="9525" cy="9525"/>
          </a:xfrm>
          <a:prstGeom xmlns:a="http://schemas.openxmlformats.org/drawingml/2006/main" prst="rect">
            <a:avLst/>
          </a:prstGeom>
          <a:noFill xmlns:a="http://schemas.openxmlformats.org/drawingml/2006/main"/>
          <a:ln xmlns:a="http://schemas.openxmlformats.org/drawingml/2006/main" w="11906">
            <a:noFill/>
          </a:ln>
        </p:spPr>
      </p:sp>
      <p:sp>
        <p:nvSpPr>
          <p:cNvPr id="65" name="shape-64">
            <a:extLst xmlns:a="http://schemas.openxmlformats.org/drawingml/2006/main">
              <a:ext uri="{FF2B5EF4-FFF2-40B4-BE49-F238E27FC236}">
                <a16:creationId xmlns:a16="http://schemas.microsoft.com/office/drawing/2014/main" id="{8B060CD1-494D-472E-B034-6EFF479710CA}"/>
              </a:ext>
            </a:extLst>
          </p:cNvPr>
          <p:cNvSpPr>
            <a:spLocks xmlns:a="http://schemas.openxmlformats.org/drawingml/2006/main" noGrp="1"/>
          </p:cNvSpPr>
          <p:nvPr/>
        </p:nvSpPr>
        <p:spPr>
          <a:xfrm xmlns:a="http://schemas.openxmlformats.org/drawingml/2006/main">
            <a:off x="4114800" y="4248150"/>
            <a:ext cx="9525" cy="9525"/>
          </a:xfrm>
          <a:prstGeom xmlns:a="http://schemas.openxmlformats.org/drawingml/2006/main" prst="rect">
            <a:avLst/>
          </a:prstGeom>
          <a:noFill xmlns:a="http://schemas.openxmlformats.org/drawingml/2006/main"/>
          <a:ln xmlns:a="http://schemas.openxmlformats.org/drawingml/2006/main" w="11906">
            <a:noFill/>
          </a:ln>
        </p:spPr>
      </p:sp>
      <p:cxnSp>
        <p:nvCxnSpPr>
          <p:cNvPr id="225" name=""/>
          <p:cNvCxnSpPr>
            <a:stCxn xmlns:a="http://schemas.openxmlformats.org/drawingml/2006/main" id="64" idx="3"/>
            <a:endCxn xmlns:a="http://schemas.openxmlformats.org/drawingml/2006/main" id="65" idx="1"/>
          </p:cNvCxnSpPr>
          <p:nvPr/>
        </p:nvCxnSpPr>
        <p:spPr>
          <a:xfrm xmlns:a="http://schemas.openxmlformats.org/drawingml/2006/main">
            <a:off x="2676525" y="4252913"/>
            <a:ext cx="1438275" cy="0"/>
          </a:xfrm>
          <a:prstGeom xmlns:a="http://schemas.openxmlformats.org/drawingml/2006/main" prst="straightConnector1">
            <a:avLst/>
          </a:prstGeom>
          <a:ln xmlns:a="http://schemas.openxmlformats.org/drawingml/2006/main" w="20003">
            <a:solidFill>
              <a:srgbClr val="2166B0"/>
            </a:solidFill>
            <a:prstDash val="solid"/>
            <a:tailEnd type="triangle" w="sm" len="sm"/>
          </a:ln>
        </p:spPr>
      </p:cxnSp>
      <p:sp>
        <p:nvSpPr>
          <p:cNvPr id="67" name="glyph-rect-66">
            <a:extLst xmlns:a="http://schemas.openxmlformats.org/drawingml/2006/main">
              <a:ext uri="{FF2B5EF4-FFF2-40B4-BE49-F238E27FC236}">
                <a16:creationId xmlns:a16="http://schemas.microsoft.com/office/drawing/2014/main" id="{9D432EE0-667F-4972-804D-1A535576F5E2}"/>
              </a:ext>
            </a:extLst>
          </p:cNvPr>
          <p:cNvSpPr>
            <a:spLocks xmlns:a="http://schemas.openxmlformats.org/drawingml/2006/main" noGrp="1"/>
          </p:cNvSpPr>
          <p:nvPr/>
        </p:nvSpPr>
        <p:spPr>
          <a:xfrm xmlns:a="http://schemas.openxmlformats.org/drawingml/2006/main">
            <a:off x="4219575" y="4105275"/>
            <a:ext cx="304800" cy="409575"/>
          </a:xfrm>
          <a:prstGeom xmlns:a="http://schemas.openxmlformats.org/drawingml/2006/main" prst="rect">
            <a:avLst/>
          </a:prstGeom>
          <a:solidFill xmlns:a="http://schemas.openxmlformats.org/drawingml/2006/main">
            <a:srgbClr val="F3F7FD"/>
          </a:solidFill>
          <a:ln xmlns:a="http://schemas.openxmlformats.org/drawingml/2006/main" w="9525">
            <a:solidFill>
              <a:srgbClr val="B9CEE5"/>
            </a:solidFill>
          </a:ln>
        </p:spPr>
      </p:sp>
      <p:sp>
        <p:nvSpPr>
          <p:cNvPr id="68" name="glyph-rect-67">
            <a:extLst xmlns:a="http://schemas.openxmlformats.org/drawingml/2006/main">
              <a:ext uri="{FF2B5EF4-FFF2-40B4-BE49-F238E27FC236}">
                <a16:creationId xmlns:a16="http://schemas.microsoft.com/office/drawing/2014/main" id="{ED8651BB-E4AB-4182-8FE8-D9E58D6A07CB}"/>
              </a:ext>
            </a:extLst>
          </p:cNvPr>
          <p:cNvSpPr>
            <a:spLocks xmlns:a="http://schemas.openxmlformats.org/drawingml/2006/main" noGrp="1"/>
          </p:cNvSpPr>
          <p:nvPr/>
        </p:nvSpPr>
        <p:spPr>
          <a:xfrm xmlns:a="http://schemas.openxmlformats.org/drawingml/2006/main">
            <a:off x="4181475" y="4067175"/>
            <a:ext cx="304800" cy="409575"/>
          </a:xfrm>
          <a:prstGeom xmlns:a="http://schemas.openxmlformats.org/drawingml/2006/main" prst="rect">
            <a:avLst/>
          </a:prstGeom>
          <a:solidFill xmlns:a="http://schemas.openxmlformats.org/drawingml/2006/main">
            <a:srgbClr val="FFFFFF"/>
          </a:solidFill>
          <a:ln xmlns:a="http://schemas.openxmlformats.org/drawingml/2006/main" w="9525">
            <a:solidFill>
              <a:srgbClr val="B9CEE5"/>
            </a:solidFill>
          </a:ln>
        </p:spPr>
      </p:sp>
      <p:sp>
        <p:nvSpPr>
          <p:cNvPr id="69" name="path-68">
            <a:extLst xmlns:a="http://schemas.openxmlformats.org/drawingml/2006/main">
              <a:ext uri="{FF2B5EF4-FFF2-40B4-BE49-F238E27FC236}">
                <a16:creationId xmlns:a16="http://schemas.microsoft.com/office/drawing/2014/main" id="{9B75FEBA-D846-4520-B75E-1077329A3BA4}"/>
              </a:ext>
            </a:extLst>
          </p:cNvPr>
          <p:cNvSpPr>
            <a:spLocks xmlns:a="http://schemas.openxmlformats.org/drawingml/2006/main" noGrp="1"/>
          </p:cNvSpPr>
          <p:nvPr/>
        </p:nvSpPr>
        <p:spPr>
          <a:xfrm xmlns:a="http://schemas.openxmlformats.org/drawingml/2006/main">
            <a:off x="4143375" y="4038600"/>
            <a:ext cx="304800" cy="409575"/>
          </a:xfrm>
          <a:custGeom xmlns:a="http://schemas.openxmlformats.org/drawingml/2006/main">
            <a:pathLst>
              <a:path w="304800" h="409575">
                <a:moveTo>
                  <a:pt x="0" y="0"/>
                </a:moveTo>
                <a:lnTo>
                  <a:pt x="180975" y="0"/>
                </a:lnTo>
                <a:lnTo>
                  <a:pt x="304800" y="123825"/>
                </a:lnTo>
                <a:lnTo>
                  <a:pt x="304800" y="409575"/>
                </a:lnTo>
                <a:lnTo>
                  <a:pt x="0" y="409575"/>
                </a:lnTo>
                <a:close/>
              </a:path>
            </a:pathLst>
          </a:custGeom>
          <a:solidFill xmlns:a="http://schemas.openxmlformats.org/drawingml/2006/main">
            <a:srgbClr val="FFFFFF"/>
          </a:solidFill>
          <a:ln xmlns:a="http://schemas.openxmlformats.org/drawingml/2006/main" w="15240">
            <a:solidFill>
              <a:srgbClr val="2166B0"/>
            </a:solidFill>
          </a:ln>
        </p:spPr>
      </p:sp>
      <p:sp>
        <p:nvSpPr>
          <p:cNvPr id="70" name="line-69">
            <a:extLst xmlns:a="http://schemas.openxmlformats.org/drawingml/2006/main">
              <a:ext uri="{FF2B5EF4-FFF2-40B4-BE49-F238E27FC236}">
                <a16:creationId xmlns:a16="http://schemas.microsoft.com/office/drawing/2014/main" id="{C142AD4A-19B0-4164-A12C-647DC0200B6B}"/>
              </a:ext>
            </a:extLst>
          </p:cNvPr>
          <p:cNvSpPr>
            <a:spLocks xmlns:a="http://schemas.openxmlformats.org/drawingml/2006/main" noGrp="1"/>
          </p:cNvSpPr>
          <p:nvPr/>
        </p:nvSpPr>
        <p:spPr>
          <a:xfrm xmlns:a="http://schemas.openxmlformats.org/drawingml/2006/main">
            <a:off x="4324350" y="4038600"/>
            <a:ext cx="0" cy="123825"/>
          </a:xfrm>
          <a:prstGeom xmlns:a="http://schemas.openxmlformats.org/drawingml/2006/main" prst="line">
            <a:avLst/>
          </a:prstGeom>
          <a:noFill xmlns:a="http://schemas.openxmlformats.org/drawingml/2006/main"/>
          <a:ln xmlns:a="http://schemas.openxmlformats.org/drawingml/2006/main" w="15240">
            <a:solidFill>
              <a:srgbClr val="2166B0"/>
            </a:solidFill>
            <a:prstDash val="solid"/>
          </a:ln>
        </p:spPr>
      </p:sp>
      <p:sp>
        <p:nvSpPr>
          <p:cNvPr id="71" name="line-70">
            <a:extLst xmlns:a="http://schemas.openxmlformats.org/drawingml/2006/main">
              <a:ext uri="{FF2B5EF4-FFF2-40B4-BE49-F238E27FC236}">
                <a16:creationId xmlns:a16="http://schemas.microsoft.com/office/drawing/2014/main" id="{36E0EAD4-034E-4227-BD9E-390EB471E596}"/>
              </a:ext>
            </a:extLst>
          </p:cNvPr>
          <p:cNvSpPr>
            <a:spLocks xmlns:a="http://schemas.openxmlformats.org/drawingml/2006/main" noGrp="1"/>
          </p:cNvSpPr>
          <p:nvPr/>
        </p:nvSpPr>
        <p:spPr>
          <a:xfrm xmlns:a="http://schemas.openxmlformats.org/drawingml/2006/main">
            <a:off x="4324350" y="4162425"/>
            <a:ext cx="123825" cy="0"/>
          </a:xfrm>
          <a:prstGeom xmlns:a="http://schemas.openxmlformats.org/drawingml/2006/main" prst="line">
            <a:avLst/>
          </a:prstGeom>
          <a:noFill xmlns:a="http://schemas.openxmlformats.org/drawingml/2006/main"/>
          <a:ln xmlns:a="http://schemas.openxmlformats.org/drawingml/2006/main" w="15240">
            <a:solidFill>
              <a:srgbClr val="2166B0"/>
            </a:solidFill>
            <a:prstDash val="solid"/>
          </a:ln>
        </p:spPr>
      </p:sp>
      <p:sp>
        <p:nvSpPr>
          <p:cNvPr id="72" name="line-71">
            <a:extLst xmlns:a="http://schemas.openxmlformats.org/drawingml/2006/main">
              <a:ext uri="{FF2B5EF4-FFF2-40B4-BE49-F238E27FC236}">
                <a16:creationId xmlns:a16="http://schemas.microsoft.com/office/drawing/2014/main" id="{E6C278BA-C601-4034-AFE5-73ECA87D7497}"/>
              </a:ext>
            </a:extLst>
          </p:cNvPr>
          <p:cNvSpPr>
            <a:spLocks xmlns:a="http://schemas.openxmlformats.org/drawingml/2006/main" noGrp="1"/>
          </p:cNvSpPr>
          <p:nvPr/>
        </p:nvSpPr>
        <p:spPr>
          <a:xfrm xmlns:a="http://schemas.openxmlformats.org/drawingml/2006/main">
            <a:off x="4238625" y="4248150"/>
            <a:ext cx="114300" cy="0"/>
          </a:xfrm>
          <a:prstGeom xmlns:a="http://schemas.openxmlformats.org/drawingml/2006/main" prst="line">
            <a:avLst/>
          </a:prstGeom>
          <a:noFill xmlns:a="http://schemas.openxmlformats.org/drawingml/2006/main"/>
          <a:ln xmlns:a="http://schemas.openxmlformats.org/drawingml/2006/main" w="12383">
            <a:solidFill>
              <a:srgbClr val="2166B0"/>
            </a:solidFill>
            <a:prstDash val="solid"/>
          </a:ln>
        </p:spPr>
      </p:sp>
      <p:sp>
        <p:nvSpPr>
          <p:cNvPr id="73" name="line-72">
            <a:extLst xmlns:a="http://schemas.openxmlformats.org/drawingml/2006/main">
              <a:ext uri="{FF2B5EF4-FFF2-40B4-BE49-F238E27FC236}">
                <a16:creationId xmlns:a16="http://schemas.microsoft.com/office/drawing/2014/main" id="{5032B506-4D3D-4B6A-BEBD-FC997C50E605}"/>
              </a:ext>
            </a:extLst>
          </p:cNvPr>
          <p:cNvSpPr>
            <a:spLocks xmlns:a="http://schemas.openxmlformats.org/drawingml/2006/main" noGrp="1"/>
          </p:cNvSpPr>
          <p:nvPr/>
        </p:nvSpPr>
        <p:spPr>
          <a:xfrm xmlns:a="http://schemas.openxmlformats.org/drawingml/2006/main">
            <a:off x="4238625" y="4362450"/>
            <a:ext cx="114300" cy="0"/>
          </a:xfrm>
          <a:prstGeom xmlns:a="http://schemas.openxmlformats.org/drawingml/2006/main" prst="line">
            <a:avLst/>
          </a:prstGeom>
          <a:noFill xmlns:a="http://schemas.openxmlformats.org/drawingml/2006/main"/>
          <a:ln xmlns:a="http://schemas.openxmlformats.org/drawingml/2006/main" w="12383">
            <a:solidFill>
              <a:srgbClr val="2166B0"/>
            </a:solidFill>
            <a:prstDash val="solid"/>
          </a:ln>
        </p:spPr>
      </p:sp>
      <p:sp>
        <p:nvSpPr>
          <p:cNvPr id="74" name="line-73">
            <a:extLst xmlns:a="http://schemas.openxmlformats.org/drawingml/2006/main">
              <a:ext uri="{FF2B5EF4-FFF2-40B4-BE49-F238E27FC236}">
                <a16:creationId xmlns:a16="http://schemas.microsoft.com/office/drawing/2014/main" id="{6D54AD2B-924D-44C4-8B99-4E62050E0233}"/>
              </a:ext>
            </a:extLst>
          </p:cNvPr>
          <p:cNvSpPr>
            <a:spLocks xmlns:a="http://schemas.openxmlformats.org/drawingml/2006/main" noGrp="1"/>
          </p:cNvSpPr>
          <p:nvPr/>
        </p:nvSpPr>
        <p:spPr>
          <a:xfrm xmlns:a="http://schemas.openxmlformats.org/drawingml/2006/main">
            <a:off x="4238625" y="4476750"/>
            <a:ext cx="114300" cy="0"/>
          </a:xfrm>
          <a:prstGeom xmlns:a="http://schemas.openxmlformats.org/drawingml/2006/main" prst="line">
            <a:avLst/>
          </a:prstGeom>
          <a:noFill xmlns:a="http://schemas.openxmlformats.org/drawingml/2006/main"/>
          <a:ln xmlns:a="http://schemas.openxmlformats.org/drawingml/2006/main" w="12383">
            <a:solidFill>
              <a:srgbClr val="2166B0"/>
            </a:solidFill>
            <a:prstDash val="solid"/>
          </a:ln>
        </p:spPr>
      </p:sp>
      <p:sp>
        <p:nvSpPr>
          <p:cNvPr id="75" name="text-74">
            <a:extLst xmlns:a="http://schemas.openxmlformats.org/drawingml/2006/main">
              <a:ext uri="{FF2B5EF4-FFF2-40B4-BE49-F238E27FC236}">
                <a16:creationId xmlns:a16="http://schemas.microsoft.com/office/drawing/2014/main" id="{C312B864-DFFB-484A-B65F-FC36F4302C45}"/>
              </a:ext>
            </a:extLst>
          </p:cNvPr>
          <p:cNvSpPr>
            <a:spLocks xmlns:a="http://schemas.openxmlformats.org/drawingml/2006/main" noGrp="1"/>
          </p:cNvSpPr>
          <p:nvPr/>
        </p:nvSpPr>
        <p:spPr>
          <a:xfrm xmlns:a="http://schemas.openxmlformats.org/drawingml/2006/main">
            <a:off x="3505200" y="4524375"/>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163A63"/>
                </a:solidFill>
                <a:latin typeface="Hiragino Sans GB"/>
                <a:ea typeface="Hiragino Sans GB"/>
                <a:cs typeface="Hiragino Sans GB"/>
              </a:defRPr>
            </a:pPr>
            <a:r>
              <a:rPr sz="1500" b="1">
                <a:solidFill>
                  <a:srgbClr val="163A63"/>
                </a:solidFill>
                <a:latin typeface="Hiragino Sans GB"/>
                <a:ea typeface="Hiragino Sans GB"/>
                <a:cs typeface="Hiragino Sans GB"/>
              </a:rPr>
              <a:t>记录后台任务状态</a:t>
            </a:r>
          </a:p>
        </p:txBody>
      </p:sp>
      <p:sp>
        <p:nvSpPr>
          <p:cNvPr id="76" name="text-75">
            <a:extLst xmlns:a="http://schemas.openxmlformats.org/drawingml/2006/main">
              <a:ext uri="{FF2B5EF4-FFF2-40B4-BE49-F238E27FC236}">
                <a16:creationId xmlns:a16="http://schemas.microsoft.com/office/drawing/2014/main" id="{7CBB2335-9B4D-43E1-BE75-6ACE55E64645}"/>
              </a:ext>
            </a:extLst>
          </p:cNvPr>
          <p:cNvSpPr>
            <a:spLocks xmlns:a="http://schemas.openxmlformats.org/drawingml/2006/main" noGrp="1"/>
          </p:cNvSpPr>
          <p:nvPr/>
        </p:nvSpPr>
        <p:spPr>
          <a:xfrm xmlns:a="http://schemas.openxmlformats.org/drawingml/2006/main">
            <a:off x="3543300" y="4800600"/>
            <a:ext cx="213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75" b="0">
                <a:solidFill>
                  <a:srgbClr val="647D99"/>
                </a:solidFill>
                <a:latin typeface="Hiragino Sans GB"/>
                <a:ea typeface="Hiragino Sans GB"/>
                <a:cs typeface="Hiragino Sans GB"/>
              </a:defRPr>
            </a:pPr>
            <a:r>
              <a:rPr sz="1275" b="0">
                <a:solidFill>
                  <a:srgbClr val="647D99"/>
                </a:solidFill>
                <a:latin typeface="Hiragino Sans GB"/>
                <a:ea typeface="Hiragino Sans GB"/>
                <a:cs typeface="Hiragino Sans GB"/>
              </a:rPr>
              <a:t>runId + 等待截止时间</a:t>
            </a:r>
          </a:p>
        </p:txBody>
      </p:sp>
      <p:sp>
        <p:nvSpPr>
          <p:cNvPr id="77" name="text-76">
            <a:extLst xmlns:a="http://schemas.openxmlformats.org/drawingml/2006/main">
              <a:ext uri="{FF2B5EF4-FFF2-40B4-BE49-F238E27FC236}">
                <a16:creationId xmlns:a16="http://schemas.microsoft.com/office/drawing/2014/main" id="{D2087274-CDAB-40AA-83A0-D6AF6E4283D5}"/>
              </a:ext>
            </a:extLst>
          </p:cNvPr>
          <p:cNvSpPr>
            <a:spLocks xmlns:a="http://schemas.openxmlformats.org/drawingml/2006/main" noGrp="1"/>
          </p:cNvSpPr>
          <p:nvPr/>
        </p:nvSpPr>
        <p:spPr>
          <a:xfrm xmlns:a="http://schemas.openxmlformats.org/drawingml/2006/main">
            <a:off x="4772025" y="3971925"/>
            <a:ext cx="22574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647D99"/>
                </a:solidFill>
                <a:latin typeface="Hiragino Sans GB"/>
                <a:ea typeface="Hiragino Sans GB"/>
                <a:cs typeface="Hiragino Sans GB"/>
              </a:defRPr>
            </a:pPr>
            <a:r>
              <a:rPr sz="1350" b="0">
                <a:solidFill>
                  <a:srgbClr val="647D99"/>
                </a:solidFill>
                <a:latin typeface="Hiragino Sans GB"/>
                <a:ea typeface="Hiragino Sans GB"/>
                <a:cs typeface="Hiragino Sans GB"/>
              </a:rPr>
              <a:t>结束本次HTTP连接</a:t>
            </a:r>
          </a:p>
        </p:txBody>
      </p:sp>
      <p:sp>
        <p:nvSpPr>
          <p:cNvPr id="78" name="glyph-cloud-77">
            <a:extLst xmlns:a="http://schemas.openxmlformats.org/drawingml/2006/main">
              <a:ext uri="{FF2B5EF4-FFF2-40B4-BE49-F238E27FC236}">
                <a16:creationId xmlns:a16="http://schemas.microsoft.com/office/drawing/2014/main" id="{E8361C78-B80F-4E40-A48A-9F0CF528908B}"/>
              </a:ext>
            </a:extLst>
          </p:cNvPr>
          <p:cNvSpPr>
            <a:spLocks xmlns:a="http://schemas.openxmlformats.org/drawingml/2006/main" noGrp="1"/>
          </p:cNvSpPr>
          <p:nvPr/>
        </p:nvSpPr>
        <p:spPr>
          <a:xfrm xmlns:a="http://schemas.openxmlformats.org/drawingml/2006/main">
            <a:off x="7162800" y="3981450"/>
            <a:ext cx="1076325" cy="590550"/>
          </a:xfrm>
          <a:prstGeom xmlns:a="http://schemas.openxmlformats.org/drawingml/2006/main" prst="cloud">
            <a:avLst/>
          </a:prstGeom>
          <a:solidFill xmlns:a="http://schemas.openxmlformats.org/drawingml/2006/main">
            <a:srgbClr val="EEF4FC"/>
          </a:solidFill>
          <a:ln xmlns:a="http://schemas.openxmlformats.org/drawingml/2006/main" w="16193">
            <a:solidFill>
              <a:srgbClr val="416FA8"/>
            </a:solidFill>
          </a:ln>
        </p:spPr>
      </p:sp>
      <p:sp>
        <p:nvSpPr>
          <p:cNvPr id="79" name="text-78">
            <a:extLst xmlns:a="http://schemas.openxmlformats.org/drawingml/2006/main">
              <a:ext uri="{FF2B5EF4-FFF2-40B4-BE49-F238E27FC236}">
                <a16:creationId xmlns:a16="http://schemas.microsoft.com/office/drawing/2014/main" id="{7276FBB1-8FDA-4B40-9824-6AC4A092CF05}"/>
              </a:ext>
            </a:extLst>
          </p:cNvPr>
          <p:cNvSpPr>
            <a:spLocks xmlns:a="http://schemas.openxmlformats.org/drawingml/2006/main" noGrp="1"/>
          </p:cNvSpPr>
          <p:nvPr/>
        </p:nvSpPr>
        <p:spPr>
          <a:xfrm xmlns:a="http://schemas.openxmlformats.org/drawingml/2006/main">
            <a:off x="7372350" y="4143375"/>
            <a:ext cx="71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2166B0"/>
                </a:solidFill>
                <a:latin typeface="Hiragino Sans GB"/>
                <a:ea typeface="Hiragino Sans GB"/>
                <a:cs typeface="Hiragino Sans GB"/>
              </a:defRPr>
            </a:pPr>
            <a:r>
              <a:rPr sz="1500" b="1">
                <a:solidFill>
                  <a:srgbClr val="2166B0"/>
                </a:solidFill>
                <a:latin typeface="Hiragino Sans GB"/>
                <a:ea typeface="Hiragino Sans GB"/>
                <a:cs typeface="Hiragino Sans GB"/>
              </a:rPr>
              <a:t>数小时</a:t>
            </a:r>
          </a:p>
        </p:txBody>
      </p:sp>
      <p:sp>
        <p:nvSpPr>
          <p:cNvPr id="80" name="text-79">
            <a:extLst xmlns:a="http://schemas.openxmlformats.org/drawingml/2006/main">
              <a:ext uri="{FF2B5EF4-FFF2-40B4-BE49-F238E27FC236}">
                <a16:creationId xmlns:a16="http://schemas.microsoft.com/office/drawing/2014/main" id="{44C8E26F-51F1-424A-832D-3637C18EFC71}"/>
              </a:ext>
            </a:extLst>
          </p:cNvPr>
          <p:cNvSpPr>
            <a:spLocks xmlns:a="http://schemas.openxmlformats.org/drawingml/2006/main" noGrp="1"/>
          </p:cNvSpPr>
          <p:nvPr/>
        </p:nvSpPr>
        <p:spPr>
          <a:xfrm xmlns:a="http://schemas.openxmlformats.org/drawingml/2006/main">
            <a:off x="6858000" y="4572000"/>
            <a:ext cx="16859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163A63"/>
                </a:solidFill>
                <a:latin typeface="Hiragino Sans GB"/>
                <a:ea typeface="Hiragino Sans GB"/>
                <a:cs typeface="Hiragino Sans GB"/>
              </a:defRPr>
            </a:pPr>
            <a:r>
              <a:rPr sz="1500" b="1">
                <a:solidFill>
                  <a:srgbClr val="163A63"/>
                </a:solidFill>
                <a:latin typeface="Hiragino Sans GB"/>
                <a:ea typeface="Hiragino Sans GB"/>
                <a:cs typeface="Hiragino Sans GB"/>
              </a:rPr>
              <a:t>下游后台执行</a:t>
            </a:r>
          </a:p>
        </p:txBody>
      </p:sp>
      <p:sp>
        <p:nvSpPr>
          <p:cNvPr id="81" name="text-80">
            <a:extLst xmlns:a="http://schemas.openxmlformats.org/drawingml/2006/main">
              <a:ext uri="{FF2B5EF4-FFF2-40B4-BE49-F238E27FC236}">
                <a16:creationId xmlns:a16="http://schemas.microsoft.com/office/drawing/2014/main" id="{3C57E81F-C76E-4BD6-ACC9-6EB10A07B4F7}"/>
              </a:ext>
            </a:extLst>
          </p:cNvPr>
          <p:cNvSpPr>
            <a:spLocks xmlns:a="http://schemas.openxmlformats.org/drawingml/2006/main" noGrp="1"/>
          </p:cNvSpPr>
          <p:nvPr/>
        </p:nvSpPr>
        <p:spPr>
          <a:xfrm xmlns:a="http://schemas.openxmlformats.org/drawingml/2006/main">
            <a:off x="8410575" y="4114800"/>
            <a:ext cx="163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163A63"/>
                </a:solidFill>
                <a:latin typeface="Hiragino Sans GB"/>
                <a:ea typeface="Hiragino Sans GB"/>
                <a:cs typeface="Hiragino Sans GB"/>
              </a:defRPr>
            </a:pPr>
            <a:r>
              <a:rPr sz="1425" b="1">
                <a:solidFill>
                  <a:srgbClr val="163A63"/>
                </a:solidFill>
                <a:latin typeface="Hiragino Sans GB"/>
                <a:ea typeface="Hiragino Sans GB"/>
                <a:cs typeface="Hiragino Sans GB"/>
              </a:rPr>
              <a:t>结果等待设时限</a:t>
            </a:r>
          </a:p>
          <a:p xmlns:a="http://schemas.openxmlformats.org/drawingml/2006/main">
            <a:pPr algn="ctr">
              <a:defRPr sz="1425" b="1">
                <a:solidFill>
                  <a:srgbClr val="163A63"/>
                </a:solidFill>
                <a:latin typeface="Hiragino Sans GB"/>
                <a:ea typeface="Hiragino Sans GB"/>
                <a:cs typeface="Hiragino Sans GB"/>
              </a:defRPr>
            </a:pPr>
            <a:r>
              <a:rPr sz="1425" b="1">
                <a:solidFill>
                  <a:srgbClr val="163A63"/>
                </a:solidFill>
                <a:latin typeface="Hiragino Sans GB"/>
                <a:ea typeface="Hiragino Sans GB"/>
                <a:cs typeface="Hiragino Sans GB"/>
              </a:rPr>
              <a:t>限制未完成任务数</a:t>
            </a:r>
          </a:p>
        </p:txBody>
      </p:sp>
      <p:sp>
        <p:nvSpPr>
          <p:cNvPr id="82" name="shape-81">
            <a:extLst xmlns:a="http://schemas.openxmlformats.org/drawingml/2006/main">
              <a:ext uri="{FF2B5EF4-FFF2-40B4-BE49-F238E27FC236}">
                <a16:creationId xmlns:a16="http://schemas.microsoft.com/office/drawing/2014/main" id="{B500BF4F-E997-4F81-8DD2-9005EFDE6688}"/>
              </a:ext>
            </a:extLst>
          </p:cNvPr>
          <p:cNvSpPr>
            <a:spLocks xmlns:a="http://schemas.openxmlformats.org/drawingml/2006/main" noGrp="1"/>
          </p:cNvSpPr>
          <p:nvPr/>
        </p:nvSpPr>
        <p:spPr>
          <a:xfrm xmlns:a="http://schemas.openxmlformats.org/drawingml/2006/main">
            <a:off x="7696200" y="4857750"/>
            <a:ext cx="9525" cy="9525"/>
          </a:xfrm>
          <a:prstGeom xmlns:a="http://schemas.openxmlformats.org/drawingml/2006/main" prst="rect">
            <a:avLst/>
          </a:prstGeom>
          <a:noFill xmlns:a="http://schemas.openxmlformats.org/drawingml/2006/main"/>
          <a:ln xmlns:a="http://schemas.openxmlformats.org/drawingml/2006/main" w="11906">
            <a:noFill/>
          </a:ln>
        </p:spPr>
      </p:sp>
      <p:sp>
        <p:nvSpPr>
          <p:cNvPr id="83" name="shape-82">
            <a:extLst xmlns:a="http://schemas.openxmlformats.org/drawingml/2006/main">
              <a:ext uri="{FF2B5EF4-FFF2-40B4-BE49-F238E27FC236}">
                <a16:creationId xmlns:a16="http://schemas.microsoft.com/office/drawing/2014/main" id="{4815ACD4-7C7E-4651-BD11-2A06270EC981}"/>
              </a:ext>
            </a:extLst>
          </p:cNvPr>
          <p:cNvSpPr>
            <a:spLocks xmlns:a="http://schemas.openxmlformats.org/drawingml/2006/main" noGrp="1"/>
          </p:cNvSpPr>
          <p:nvPr/>
        </p:nvSpPr>
        <p:spPr>
          <a:xfrm xmlns:a="http://schemas.openxmlformats.org/drawingml/2006/main">
            <a:off x="7696200" y="5133975"/>
            <a:ext cx="9525" cy="9525"/>
          </a:xfrm>
          <a:prstGeom xmlns:a="http://schemas.openxmlformats.org/drawingml/2006/main" prst="rect">
            <a:avLst/>
          </a:prstGeom>
          <a:noFill xmlns:a="http://schemas.openxmlformats.org/drawingml/2006/main"/>
          <a:ln xmlns:a="http://schemas.openxmlformats.org/drawingml/2006/main" w="11906">
            <a:noFill/>
          </a:ln>
        </p:spPr>
      </p:sp>
      <p:cxnSp>
        <p:nvCxnSpPr>
          <p:cNvPr id="243" name=""/>
          <p:cNvCxnSpPr>
            <a:stCxn xmlns:a="http://schemas.openxmlformats.org/drawingml/2006/main" id="82" idx="2"/>
            <a:endCxn xmlns:a="http://schemas.openxmlformats.org/drawingml/2006/main" id="83" idx="0"/>
          </p:cNvCxnSpPr>
          <p:nvPr/>
        </p:nvCxnSpPr>
        <p:spPr>
          <a:xfrm xmlns:a="http://schemas.openxmlformats.org/drawingml/2006/main">
            <a:off x="7700963" y="4867275"/>
            <a:ext cx="0" cy="266700"/>
          </a:xfrm>
          <a:prstGeom xmlns:a="http://schemas.openxmlformats.org/drawingml/2006/main" prst="straightConnector1">
            <a:avLst/>
          </a:prstGeom>
          <a:ln xmlns:a="http://schemas.openxmlformats.org/drawingml/2006/main" w="20003">
            <a:solidFill>
              <a:srgbClr val="2166B0"/>
            </a:solidFill>
            <a:prstDash val="dash"/>
            <a:tailEnd type="none" w="sm" len="sm"/>
          </a:ln>
        </p:spPr>
      </p:cxnSp>
      <p:sp>
        <p:nvSpPr>
          <p:cNvPr id="85" name="shape-84">
            <a:extLst xmlns:a="http://schemas.openxmlformats.org/drawingml/2006/main">
              <a:ext uri="{FF2B5EF4-FFF2-40B4-BE49-F238E27FC236}">
                <a16:creationId xmlns:a16="http://schemas.microsoft.com/office/drawing/2014/main" id="{EBDC965A-81B2-4851-A7E5-6AF474CBAB4B}"/>
              </a:ext>
            </a:extLst>
          </p:cNvPr>
          <p:cNvSpPr>
            <a:spLocks xmlns:a="http://schemas.openxmlformats.org/drawingml/2006/main" noGrp="1"/>
          </p:cNvSpPr>
          <p:nvPr/>
        </p:nvSpPr>
        <p:spPr>
          <a:xfrm xmlns:a="http://schemas.openxmlformats.org/drawingml/2006/main">
            <a:off x="7696200" y="5133975"/>
            <a:ext cx="9525" cy="9525"/>
          </a:xfrm>
          <a:prstGeom xmlns:a="http://schemas.openxmlformats.org/drawingml/2006/main" prst="rect">
            <a:avLst/>
          </a:prstGeom>
          <a:noFill xmlns:a="http://schemas.openxmlformats.org/drawingml/2006/main"/>
          <a:ln xmlns:a="http://schemas.openxmlformats.org/drawingml/2006/main" w="11906">
            <a:noFill/>
          </a:ln>
        </p:spPr>
      </p:sp>
      <p:sp>
        <p:nvSpPr>
          <p:cNvPr id="86" name="shape-85">
            <a:extLst xmlns:a="http://schemas.openxmlformats.org/drawingml/2006/main">
              <a:ext uri="{FF2B5EF4-FFF2-40B4-BE49-F238E27FC236}">
                <a16:creationId xmlns:a16="http://schemas.microsoft.com/office/drawing/2014/main" id="{5F2699B5-8C04-4FF2-9015-A96C3D1678EB}"/>
              </a:ext>
            </a:extLst>
          </p:cNvPr>
          <p:cNvSpPr>
            <a:spLocks xmlns:a="http://schemas.openxmlformats.org/drawingml/2006/main" noGrp="1"/>
          </p:cNvSpPr>
          <p:nvPr/>
        </p:nvSpPr>
        <p:spPr>
          <a:xfrm xmlns:a="http://schemas.openxmlformats.org/drawingml/2006/main">
            <a:off x="3333750" y="5133975"/>
            <a:ext cx="9525" cy="9525"/>
          </a:xfrm>
          <a:prstGeom xmlns:a="http://schemas.openxmlformats.org/drawingml/2006/main" prst="rect">
            <a:avLst/>
          </a:prstGeom>
          <a:noFill xmlns:a="http://schemas.openxmlformats.org/drawingml/2006/main"/>
          <a:ln xmlns:a="http://schemas.openxmlformats.org/drawingml/2006/main" w="11906">
            <a:noFill/>
          </a:ln>
        </p:spPr>
      </p:sp>
      <p:cxnSp>
        <p:nvCxnSpPr>
          <p:cNvPr id="246" name=""/>
          <p:cNvCxnSpPr>
            <a:stCxn xmlns:a="http://schemas.openxmlformats.org/drawingml/2006/main" id="85" idx="1"/>
            <a:endCxn xmlns:a="http://schemas.openxmlformats.org/drawingml/2006/main" id="86" idx="3"/>
          </p:cNvCxnSpPr>
          <p:nvPr/>
        </p:nvCxnSpPr>
        <p:spPr>
          <a:xfrm xmlns:a="http://schemas.openxmlformats.org/drawingml/2006/main" flipH="1">
            <a:off x="3343275" y="5138738"/>
            <a:ext cx="4352925" cy="0"/>
          </a:xfrm>
          <a:prstGeom xmlns:a="http://schemas.openxmlformats.org/drawingml/2006/main" prst="straightConnector1">
            <a:avLst/>
          </a:prstGeom>
          <a:ln xmlns:a="http://schemas.openxmlformats.org/drawingml/2006/main" w="20003">
            <a:solidFill>
              <a:srgbClr val="2166B0"/>
            </a:solidFill>
            <a:prstDash val="dash"/>
            <a:tailEnd type="none" w="sm" len="sm"/>
          </a:ln>
        </p:spPr>
      </p:cxnSp>
      <p:sp>
        <p:nvSpPr>
          <p:cNvPr id="88" name="shape-87">
            <a:extLst xmlns:a="http://schemas.openxmlformats.org/drawingml/2006/main">
              <a:ext uri="{FF2B5EF4-FFF2-40B4-BE49-F238E27FC236}">
                <a16:creationId xmlns:a16="http://schemas.microsoft.com/office/drawing/2014/main" id="{7CE34D1D-D1FB-41DF-98B1-6018FF14F1BB}"/>
              </a:ext>
            </a:extLst>
          </p:cNvPr>
          <p:cNvSpPr>
            <a:spLocks xmlns:a="http://schemas.openxmlformats.org/drawingml/2006/main" noGrp="1"/>
          </p:cNvSpPr>
          <p:nvPr/>
        </p:nvSpPr>
        <p:spPr>
          <a:xfrm xmlns:a="http://schemas.openxmlformats.org/drawingml/2006/main">
            <a:off x="3333750" y="5133975"/>
            <a:ext cx="9525" cy="9525"/>
          </a:xfrm>
          <a:prstGeom xmlns:a="http://schemas.openxmlformats.org/drawingml/2006/main" prst="rect">
            <a:avLst/>
          </a:prstGeom>
          <a:noFill xmlns:a="http://schemas.openxmlformats.org/drawingml/2006/main"/>
          <a:ln xmlns:a="http://schemas.openxmlformats.org/drawingml/2006/main" w="11906">
            <a:noFill/>
          </a:ln>
        </p:spPr>
      </p:sp>
      <p:sp>
        <p:nvSpPr>
          <p:cNvPr id="89" name="shape-88">
            <a:extLst xmlns:a="http://schemas.openxmlformats.org/drawingml/2006/main">
              <a:ext uri="{FF2B5EF4-FFF2-40B4-BE49-F238E27FC236}">
                <a16:creationId xmlns:a16="http://schemas.microsoft.com/office/drawing/2014/main" id="{2531E4FB-DDF6-4B09-A21B-3EB117EF59E2}"/>
              </a:ext>
            </a:extLst>
          </p:cNvPr>
          <p:cNvSpPr>
            <a:spLocks xmlns:a="http://schemas.openxmlformats.org/drawingml/2006/main" noGrp="1"/>
          </p:cNvSpPr>
          <p:nvPr/>
        </p:nvSpPr>
        <p:spPr>
          <a:xfrm xmlns:a="http://schemas.openxmlformats.org/drawingml/2006/main">
            <a:off x="3333750" y="4248150"/>
            <a:ext cx="9525" cy="9525"/>
          </a:xfrm>
          <a:prstGeom xmlns:a="http://schemas.openxmlformats.org/drawingml/2006/main" prst="rect">
            <a:avLst/>
          </a:prstGeom>
          <a:noFill xmlns:a="http://schemas.openxmlformats.org/drawingml/2006/main"/>
          <a:ln xmlns:a="http://schemas.openxmlformats.org/drawingml/2006/main" w="11906">
            <a:noFill/>
          </a:ln>
        </p:spPr>
      </p:sp>
      <p:cxnSp>
        <p:nvCxnSpPr>
          <p:cNvPr id="249" name=""/>
          <p:cNvCxnSpPr>
            <a:stCxn xmlns:a="http://schemas.openxmlformats.org/drawingml/2006/main" id="88" idx="0"/>
            <a:endCxn xmlns:a="http://schemas.openxmlformats.org/drawingml/2006/main" id="89" idx="2"/>
          </p:cNvCxnSpPr>
          <p:nvPr/>
        </p:nvCxnSpPr>
        <p:spPr>
          <a:xfrm xmlns:a="http://schemas.openxmlformats.org/drawingml/2006/main" flipV="1">
            <a:off x="3338513" y="4257675"/>
            <a:ext cx="0" cy="876300"/>
          </a:xfrm>
          <a:prstGeom xmlns:a="http://schemas.openxmlformats.org/drawingml/2006/main" prst="straightConnector1">
            <a:avLst/>
          </a:prstGeom>
          <a:ln xmlns:a="http://schemas.openxmlformats.org/drawingml/2006/main" w="20003">
            <a:solidFill>
              <a:srgbClr val="2166B0"/>
            </a:solidFill>
            <a:prstDash val="dash"/>
            <a:tailEnd type="none" w="sm" len="sm"/>
          </a:ln>
        </p:spPr>
      </p:cxnSp>
      <p:sp>
        <p:nvSpPr>
          <p:cNvPr id="91" name="shape-90">
            <a:extLst xmlns:a="http://schemas.openxmlformats.org/drawingml/2006/main">
              <a:ext uri="{FF2B5EF4-FFF2-40B4-BE49-F238E27FC236}">
                <a16:creationId xmlns:a16="http://schemas.microsoft.com/office/drawing/2014/main" id="{46A7FB5D-EC61-465D-A659-718E11C0EA1D}"/>
              </a:ext>
            </a:extLst>
          </p:cNvPr>
          <p:cNvSpPr>
            <a:spLocks xmlns:a="http://schemas.openxmlformats.org/drawingml/2006/main" noGrp="1"/>
          </p:cNvSpPr>
          <p:nvPr/>
        </p:nvSpPr>
        <p:spPr>
          <a:xfrm xmlns:a="http://schemas.openxmlformats.org/drawingml/2006/main">
            <a:off x="3333750" y="4248150"/>
            <a:ext cx="9525" cy="9525"/>
          </a:xfrm>
          <a:prstGeom xmlns:a="http://schemas.openxmlformats.org/drawingml/2006/main" prst="rect">
            <a:avLst/>
          </a:prstGeom>
          <a:noFill xmlns:a="http://schemas.openxmlformats.org/drawingml/2006/main"/>
          <a:ln xmlns:a="http://schemas.openxmlformats.org/drawingml/2006/main" w="11906">
            <a:noFill/>
          </a:ln>
        </p:spPr>
      </p:sp>
      <p:sp>
        <p:nvSpPr>
          <p:cNvPr id="92" name="shape-91">
            <a:extLst xmlns:a="http://schemas.openxmlformats.org/drawingml/2006/main">
              <a:ext uri="{FF2B5EF4-FFF2-40B4-BE49-F238E27FC236}">
                <a16:creationId xmlns:a16="http://schemas.microsoft.com/office/drawing/2014/main" id="{0606EFDA-F28C-40A2-B6B0-EE659F08FEBA}"/>
              </a:ext>
            </a:extLst>
          </p:cNvPr>
          <p:cNvSpPr>
            <a:spLocks xmlns:a="http://schemas.openxmlformats.org/drawingml/2006/main" noGrp="1"/>
          </p:cNvSpPr>
          <p:nvPr/>
        </p:nvSpPr>
        <p:spPr>
          <a:xfrm xmlns:a="http://schemas.openxmlformats.org/drawingml/2006/main">
            <a:off x="4114800" y="4248150"/>
            <a:ext cx="9525" cy="9525"/>
          </a:xfrm>
          <a:prstGeom xmlns:a="http://schemas.openxmlformats.org/drawingml/2006/main" prst="rect">
            <a:avLst/>
          </a:prstGeom>
          <a:noFill xmlns:a="http://schemas.openxmlformats.org/drawingml/2006/main"/>
          <a:ln xmlns:a="http://schemas.openxmlformats.org/drawingml/2006/main" w="11906">
            <a:noFill/>
          </a:ln>
        </p:spPr>
      </p:sp>
      <p:cxnSp>
        <p:nvCxnSpPr>
          <p:cNvPr id="252" name=""/>
          <p:cNvCxnSpPr>
            <a:stCxn xmlns:a="http://schemas.openxmlformats.org/drawingml/2006/main" id="91" idx="3"/>
            <a:endCxn xmlns:a="http://schemas.openxmlformats.org/drawingml/2006/main" id="92" idx="1"/>
          </p:cNvCxnSpPr>
          <p:nvPr/>
        </p:nvCxnSpPr>
        <p:spPr>
          <a:xfrm xmlns:a="http://schemas.openxmlformats.org/drawingml/2006/main">
            <a:off x="3343275" y="4252913"/>
            <a:ext cx="771525" cy="0"/>
          </a:xfrm>
          <a:prstGeom xmlns:a="http://schemas.openxmlformats.org/drawingml/2006/main" prst="straightConnector1">
            <a:avLst/>
          </a:prstGeom>
          <a:ln xmlns:a="http://schemas.openxmlformats.org/drawingml/2006/main" w="20003">
            <a:solidFill>
              <a:srgbClr val="2166B0"/>
            </a:solidFill>
            <a:prstDash val="dash"/>
            <a:tailEnd type="triangle" w="sm" len="sm"/>
          </a:ln>
        </p:spPr>
      </p:cxnSp>
      <p:sp>
        <p:nvSpPr>
          <p:cNvPr id="94" name="text-93">
            <a:extLst xmlns:a="http://schemas.openxmlformats.org/drawingml/2006/main">
              <a:ext uri="{FF2B5EF4-FFF2-40B4-BE49-F238E27FC236}">
                <a16:creationId xmlns:a16="http://schemas.microsoft.com/office/drawing/2014/main" id="{23BC9958-179E-4514-9AFC-0FC34D2C0E8C}"/>
              </a:ext>
            </a:extLst>
          </p:cNvPr>
          <p:cNvSpPr>
            <a:spLocks xmlns:a="http://schemas.openxmlformats.org/drawingml/2006/main" noGrp="1"/>
          </p:cNvSpPr>
          <p:nvPr/>
        </p:nvSpPr>
        <p:spPr>
          <a:xfrm xmlns:a="http://schemas.openxmlformats.org/drawingml/2006/main">
            <a:off x="5476875" y="4857750"/>
            <a:ext cx="3000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1">
                <a:solidFill>
                  <a:srgbClr val="2166B0"/>
                </a:solidFill>
                <a:latin typeface="Hiragino Sans GB"/>
                <a:ea typeface="Hiragino Sans GB"/>
                <a:cs typeface="Hiragino Sans GB"/>
              </a:defRPr>
            </a:pPr>
            <a:r>
              <a:rPr sz="1350" b="1">
                <a:solidFill>
                  <a:srgbClr val="2166B0"/>
                </a:solidFill>
                <a:latin typeface="Hiragino Sans GB"/>
                <a:ea typeface="Hiragino Sans GB"/>
                <a:cs typeface="Hiragino Sans GB"/>
              </a:rPr>
              <a:t>完成或失败后按runId通知</a:t>
            </a:r>
          </a:p>
        </p:txBody>
      </p:sp>
      <p:sp>
        <p:nvSpPr>
          <p:cNvPr id="95" name="line-94">
            <a:extLst xmlns:a="http://schemas.openxmlformats.org/drawingml/2006/main">
              <a:ext uri="{FF2B5EF4-FFF2-40B4-BE49-F238E27FC236}">
                <a16:creationId xmlns:a16="http://schemas.microsoft.com/office/drawing/2014/main" id="{80669BF1-E4A2-4E7C-8DE2-AF29C8E12E87}"/>
              </a:ext>
            </a:extLst>
          </p:cNvPr>
          <p:cNvSpPr>
            <a:spLocks xmlns:a="http://schemas.openxmlformats.org/drawingml/2006/main" noGrp="1"/>
          </p:cNvSpPr>
          <p:nvPr/>
        </p:nvSpPr>
        <p:spPr>
          <a:xfrm xmlns:a="http://schemas.openxmlformats.org/drawingml/2006/main">
            <a:off x="523875" y="5391150"/>
            <a:ext cx="9439275" cy="0"/>
          </a:xfrm>
          <a:prstGeom xmlns:a="http://schemas.openxmlformats.org/drawingml/2006/main" prst="line">
            <a:avLst/>
          </a:prstGeom>
          <a:noFill xmlns:a="http://schemas.openxmlformats.org/drawingml/2006/main"/>
          <a:ln xmlns:a="http://schemas.openxmlformats.org/drawingml/2006/main" w="12383">
            <a:solidFill>
              <a:srgbClr val="B9CEE5"/>
            </a:solidFill>
            <a:prstDash val="solid"/>
          </a:ln>
        </p:spPr>
      </p:sp>
      <p:sp>
        <p:nvSpPr>
          <p:cNvPr id="96" name="text-95">
            <a:extLst xmlns:a="http://schemas.openxmlformats.org/drawingml/2006/main">
              <a:ext uri="{FF2B5EF4-FFF2-40B4-BE49-F238E27FC236}">
                <a16:creationId xmlns:a16="http://schemas.microsoft.com/office/drawing/2014/main" id="{608CEAC3-ADC5-4996-9661-BBEE28E35213}"/>
              </a:ext>
            </a:extLst>
          </p:cNvPr>
          <p:cNvSpPr>
            <a:spLocks xmlns:a="http://schemas.openxmlformats.org/drawingml/2006/main" noGrp="1"/>
          </p:cNvSpPr>
          <p:nvPr/>
        </p:nvSpPr>
        <p:spPr>
          <a:xfrm xmlns:a="http://schemas.openxmlformats.org/drawingml/2006/main">
            <a:off x="523875" y="5534025"/>
            <a:ext cx="942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2166B0"/>
                </a:solidFill>
                <a:latin typeface="Hiragino Sans GB"/>
                <a:ea typeface="Hiragino Sans GB"/>
                <a:cs typeface="Hiragino Sans GB"/>
              </a:defRPr>
            </a:pPr>
            <a:r>
              <a:rPr sz="1875" b="1">
                <a:solidFill>
                  <a:srgbClr val="2166B0"/>
                </a:solidFill>
                <a:latin typeface="Hiragino Sans GB"/>
                <a:ea typeface="Hiragino Sans GB"/>
                <a:cs typeface="Hiragino Sans GB"/>
              </a:rPr>
              <a:t>② 返回数据：限制接收速度、排队数量和正文大小</a:t>
            </a:r>
          </a:p>
        </p:txBody>
      </p:sp>
      <p:sp>
        <p:nvSpPr>
          <p:cNvPr id="97" name="text-96">
            <a:extLst xmlns:a="http://schemas.openxmlformats.org/drawingml/2006/main">
              <a:ext uri="{FF2B5EF4-FFF2-40B4-BE49-F238E27FC236}">
                <a16:creationId xmlns:a16="http://schemas.microsoft.com/office/drawing/2014/main" id="{E988D4C8-E082-41FF-9278-649D0F567CC2}"/>
              </a:ext>
            </a:extLst>
          </p:cNvPr>
          <p:cNvSpPr>
            <a:spLocks xmlns:a="http://schemas.openxmlformats.org/drawingml/2006/main" noGrp="1"/>
          </p:cNvSpPr>
          <p:nvPr/>
        </p:nvSpPr>
        <p:spPr>
          <a:xfrm xmlns:a="http://schemas.openxmlformats.org/drawingml/2006/main">
            <a:off x="542925" y="5981700"/>
            <a:ext cx="1371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650" b="1">
                <a:solidFill>
                  <a:srgbClr val="163A63"/>
                </a:solidFill>
                <a:latin typeface="Hiragino Sans GB"/>
                <a:ea typeface="Hiragino Sans GB"/>
                <a:cs typeface="Hiragino Sans GB"/>
              </a:defRPr>
            </a:pPr>
            <a:r>
              <a:rPr sz="1650" b="1">
                <a:solidFill>
                  <a:srgbClr val="163A63"/>
                </a:solidFill>
                <a:latin typeface="Hiragino Sans GB"/>
                <a:ea typeface="Hiragino Sans GB"/>
                <a:cs typeface="Hiragino Sans GB"/>
              </a:rPr>
              <a:t>下游返回</a:t>
            </a:r>
          </a:p>
        </p:txBody>
      </p:sp>
      <p:sp>
        <p:nvSpPr>
          <p:cNvPr id="98" name="shape-97">
            <a:extLst xmlns:a="http://schemas.openxmlformats.org/drawingml/2006/main">
              <a:ext uri="{FF2B5EF4-FFF2-40B4-BE49-F238E27FC236}">
                <a16:creationId xmlns:a16="http://schemas.microsoft.com/office/drawing/2014/main" id="{FF026FE3-A8DF-4986-BD6D-D08B66CE5FDC}"/>
              </a:ext>
            </a:extLst>
          </p:cNvPr>
          <p:cNvSpPr>
            <a:spLocks xmlns:a="http://schemas.openxmlformats.org/drawingml/2006/main" noGrp="1"/>
          </p:cNvSpPr>
          <p:nvPr/>
        </p:nvSpPr>
        <p:spPr>
          <a:xfrm xmlns:a="http://schemas.openxmlformats.org/drawingml/2006/main">
            <a:off x="552450" y="6334125"/>
            <a:ext cx="1238250" cy="352425"/>
          </a:xfrm>
          <a:prstGeom xmlns:a="http://schemas.openxmlformats.org/drawingml/2006/main" prst="rect">
            <a:avLst/>
          </a:prstGeom>
          <a:solidFill xmlns:a="http://schemas.openxmlformats.org/drawingml/2006/main">
            <a:srgbClr val="EAF3FD"/>
          </a:solidFill>
          <a:ln xmlns:a="http://schemas.openxmlformats.org/drawingml/2006/main" w="11906">
            <a:solidFill>
              <a:srgbClr val="2166B0"/>
            </a:solidFill>
          </a:ln>
        </p:spPr>
      </p:sp>
      <p:sp>
        <p:nvSpPr>
          <p:cNvPr id="99" name="text-98">
            <a:extLst xmlns:a="http://schemas.openxmlformats.org/drawingml/2006/main">
              <a:ext uri="{FF2B5EF4-FFF2-40B4-BE49-F238E27FC236}">
                <a16:creationId xmlns:a16="http://schemas.microsoft.com/office/drawing/2014/main" id="{D9D334C3-3F78-47A9-8E92-DB20ACF82D02}"/>
              </a:ext>
            </a:extLst>
          </p:cNvPr>
          <p:cNvSpPr>
            <a:spLocks xmlns:a="http://schemas.openxmlformats.org/drawingml/2006/main" noGrp="1"/>
          </p:cNvSpPr>
          <p:nvPr/>
        </p:nvSpPr>
        <p:spPr>
          <a:xfrm xmlns:a="http://schemas.openxmlformats.org/drawingml/2006/main">
            <a:off x="600075" y="6381750"/>
            <a:ext cx="1143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1">
                <a:solidFill>
                  <a:srgbClr val="2166B0"/>
                </a:solidFill>
                <a:latin typeface="Hiragino Sans GB"/>
                <a:ea typeface="Hiragino Sans GB"/>
                <a:cs typeface="Hiragino Sans GB"/>
              </a:defRPr>
            </a:pPr>
            <a:r>
              <a:rPr sz="1350" b="1">
                <a:solidFill>
                  <a:srgbClr val="2166B0"/>
                </a:solidFill>
                <a:latin typeface="Hiragino Sans GB"/>
                <a:ea typeface="Hiragino Sans GB"/>
                <a:cs typeface="Hiragino Sans GB"/>
              </a:rPr>
              <a:t>大帧 / 长帧</a:t>
            </a:r>
          </a:p>
        </p:txBody>
      </p:sp>
      <p:sp>
        <p:nvSpPr>
          <p:cNvPr id="100" name="shape-99">
            <a:extLst xmlns:a="http://schemas.openxmlformats.org/drawingml/2006/main">
              <a:ext uri="{FF2B5EF4-FFF2-40B4-BE49-F238E27FC236}">
                <a16:creationId xmlns:a16="http://schemas.microsoft.com/office/drawing/2014/main" id="{ED5E1A13-96E8-41BF-B6CE-BB250922C28C}"/>
              </a:ext>
            </a:extLst>
          </p:cNvPr>
          <p:cNvSpPr>
            <a:spLocks xmlns:a="http://schemas.openxmlformats.org/drawingml/2006/main" noGrp="1"/>
          </p:cNvSpPr>
          <p:nvPr/>
        </p:nvSpPr>
        <p:spPr>
          <a:xfrm xmlns:a="http://schemas.openxmlformats.org/drawingml/2006/main">
            <a:off x="571500" y="6800850"/>
            <a:ext cx="247650" cy="161925"/>
          </a:xfrm>
          <a:prstGeom xmlns:a="http://schemas.openxmlformats.org/drawingml/2006/main" prst="rect">
            <a:avLst/>
          </a:prstGeom>
          <a:solidFill xmlns:a="http://schemas.openxmlformats.org/drawingml/2006/main">
            <a:srgbClr val="F3F7FD"/>
          </a:solidFill>
          <a:ln xmlns:a="http://schemas.openxmlformats.org/drawingml/2006/main" w="11906">
            <a:solidFill>
              <a:srgbClr val="2166B0"/>
            </a:solidFill>
          </a:ln>
        </p:spPr>
      </p:sp>
      <p:sp>
        <p:nvSpPr>
          <p:cNvPr id="101" name="shape-100">
            <a:extLst xmlns:a="http://schemas.openxmlformats.org/drawingml/2006/main">
              <a:ext uri="{FF2B5EF4-FFF2-40B4-BE49-F238E27FC236}">
                <a16:creationId xmlns:a16="http://schemas.microsoft.com/office/drawing/2014/main" id="{AA1173B0-4019-4023-9681-5A7E2175E352}"/>
              </a:ext>
            </a:extLst>
          </p:cNvPr>
          <p:cNvSpPr>
            <a:spLocks xmlns:a="http://schemas.openxmlformats.org/drawingml/2006/main" noGrp="1"/>
          </p:cNvSpPr>
          <p:nvPr/>
        </p:nvSpPr>
        <p:spPr>
          <a:xfrm xmlns:a="http://schemas.openxmlformats.org/drawingml/2006/main">
            <a:off x="885825" y="6800850"/>
            <a:ext cx="247650" cy="161925"/>
          </a:xfrm>
          <a:prstGeom xmlns:a="http://schemas.openxmlformats.org/drawingml/2006/main" prst="rect">
            <a:avLst/>
          </a:prstGeom>
          <a:solidFill xmlns:a="http://schemas.openxmlformats.org/drawingml/2006/main">
            <a:srgbClr val="F3F7FD"/>
          </a:solidFill>
          <a:ln xmlns:a="http://schemas.openxmlformats.org/drawingml/2006/main" w="11906">
            <a:solidFill>
              <a:srgbClr val="2166B0"/>
            </a:solidFill>
          </a:ln>
        </p:spPr>
      </p:sp>
      <p:sp>
        <p:nvSpPr>
          <p:cNvPr id="102" name="shape-101">
            <a:extLst xmlns:a="http://schemas.openxmlformats.org/drawingml/2006/main">
              <a:ext uri="{FF2B5EF4-FFF2-40B4-BE49-F238E27FC236}">
                <a16:creationId xmlns:a16="http://schemas.microsoft.com/office/drawing/2014/main" id="{5AA1E5B0-47DC-4D1D-8570-2380C121D593}"/>
              </a:ext>
            </a:extLst>
          </p:cNvPr>
          <p:cNvSpPr>
            <a:spLocks xmlns:a="http://schemas.openxmlformats.org/drawingml/2006/main" noGrp="1"/>
          </p:cNvSpPr>
          <p:nvPr/>
        </p:nvSpPr>
        <p:spPr>
          <a:xfrm xmlns:a="http://schemas.openxmlformats.org/drawingml/2006/main">
            <a:off x="1200150" y="6800850"/>
            <a:ext cx="247650" cy="161925"/>
          </a:xfrm>
          <a:prstGeom xmlns:a="http://schemas.openxmlformats.org/drawingml/2006/main" prst="rect">
            <a:avLst/>
          </a:prstGeom>
          <a:solidFill xmlns:a="http://schemas.openxmlformats.org/drawingml/2006/main">
            <a:srgbClr val="F3F7FD"/>
          </a:solidFill>
          <a:ln xmlns:a="http://schemas.openxmlformats.org/drawingml/2006/main" w="11906">
            <a:solidFill>
              <a:srgbClr val="2166B0"/>
            </a:solidFill>
          </a:ln>
        </p:spPr>
      </p:sp>
      <p:sp>
        <p:nvSpPr>
          <p:cNvPr id="103" name="shape-102">
            <a:extLst xmlns:a="http://schemas.openxmlformats.org/drawingml/2006/main">
              <a:ext uri="{FF2B5EF4-FFF2-40B4-BE49-F238E27FC236}">
                <a16:creationId xmlns:a16="http://schemas.microsoft.com/office/drawing/2014/main" id="{5F3E525B-6496-45B5-AF3B-54DD2FCD1847}"/>
              </a:ext>
            </a:extLst>
          </p:cNvPr>
          <p:cNvSpPr>
            <a:spLocks xmlns:a="http://schemas.openxmlformats.org/drawingml/2006/main" noGrp="1"/>
          </p:cNvSpPr>
          <p:nvPr/>
        </p:nvSpPr>
        <p:spPr>
          <a:xfrm xmlns:a="http://schemas.openxmlformats.org/drawingml/2006/main">
            <a:off x="1514475" y="6800850"/>
            <a:ext cx="247650" cy="161925"/>
          </a:xfrm>
          <a:prstGeom xmlns:a="http://schemas.openxmlformats.org/drawingml/2006/main" prst="rect">
            <a:avLst/>
          </a:prstGeom>
          <a:solidFill xmlns:a="http://schemas.openxmlformats.org/drawingml/2006/main">
            <a:srgbClr val="F3F7FD"/>
          </a:solidFill>
          <a:ln xmlns:a="http://schemas.openxmlformats.org/drawingml/2006/main" w="11906">
            <a:solidFill>
              <a:srgbClr val="2166B0"/>
            </a:solidFill>
          </a:ln>
        </p:spPr>
      </p:sp>
      <p:sp>
        <p:nvSpPr>
          <p:cNvPr id="104" name="text-103">
            <a:extLst xmlns:a="http://schemas.openxmlformats.org/drawingml/2006/main">
              <a:ext uri="{FF2B5EF4-FFF2-40B4-BE49-F238E27FC236}">
                <a16:creationId xmlns:a16="http://schemas.microsoft.com/office/drawing/2014/main" id="{1ADAF9D6-A1DF-49E9-B6BE-1EEC46D79D5C}"/>
              </a:ext>
            </a:extLst>
          </p:cNvPr>
          <p:cNvSpPr>
            <a:spLocks xmlns:a="http://schemas.openxmlformats.org/drawingml/2006/main" noGrp="1"/>
          </p:cNvSpPr>
          <p:nvPr/>
        </p:nvSpPr>
        <p:spPr>
          <a:xfrm xmlns:a="http://schemas.openxmlformats.org/drawingml/2006/main">
            <a:off x="523875" y="7162800"/>
            <a:ext cx="14192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425" b="0">
                <a:solidFill>
                  <a:srgbClr val="647D99"/>
                </a:solidFill>
                <a:latin typeface="Hiragino Sans GB"/>
                <a:ea typeface="Hiragino Sans GB"/>
                <a:cs typeface="Hiragino Sans GB"/>
              </a:defRPr>
            </a:pPr>
            <a:r>
              <a:rPr sz="1425" b="0">
                <a:solidFill>
                  <a:srgbClr val="647D99"/>
                </a:solidFill>
                <a:latin typeface="Hiragino Sans GB"/>
                <a:ea typeface="Hiragino Sans GB"/>
                <a:cs typeface="Hiragino Sans GB"/>
              </a:rPr>
              <a:t>高频 / 长文本</a:t>
            </a:r>
          </a:p>
        </p:txBody>
      </p:sp>
      <p:sp>
        <p:nvSpPr>
          <p:cNvPr id="105" name="text-104">
            <a:extLst xmlns:a="http://schemas.openxmlformats.org/drawingml/2006/main">
              <a:ext uri="{FF2B5EF4-FFF2-40B4-BE49-F238E27FC236}">
                <a16:creationId xmlns:a16="http://schemas.microsoft.com/office/drawing/2014/main" id="{5E16FD0B-9BFB-4CB4-AE55-D5C034F0EE30}"/>
              </a:ext>
            </a:extLst>
          </p:cNvPr>
          <p:cNvSpPr>
            <a:spLocks xmlns:a="http://schemas.openxmlformats.org/drawingml/2006/main" noGrp="1"/>
          </p:cNvSpPr>
          <p:nvPr/>
        </p:nvSpPr>
        <p:spPr>
          <a:xfrm xmlns:a="http://schemas.openxmlformats.org/drawingml/2006/main">
            <a:off x="2324100" y="5981700"/>
            <a:ext cx="20288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725" b="1">
                <a:solidFill>
                  <a:srgbClr val="163A63"/>
                </a:solidFill>
                <a:latin typeface="Hiragino Sans GB"/>
                <a:ea typeface="Hiragino Sans GB"/>
                <a:cs typeface="Hiragino Sans GB"/>
              </a:defRPr>
            </a:pPr>
            <a:r>
              <a:rPr sz="1725" b="1">
                <a:solidFill>
                  <a:srgbClr val="163A63"/>
                </a:solidFill>
                <a:latin typeface="Hiragino Sans GB"/>
                <a:ea typeface="Hiragino Sans GB"/>
                <a:cs typeface="Hiragino Sans GB"/>
              </a:rPr>
              <a:t>限制大小与速度</a:t>
            </a:r>
          </a:p>
        </p:txBody>
      </p:sp>
      <p:sp>
        <p:nvSpPr>
          <p:cNvPr id="106" name="glyph-trapezoid-105">
            <a:extLst xmlns:a="http://schemas.openxmlformats.org/drawingml/2006/main">
              <a:ext uri="{FF2B5EF4-FFF2-40B4-BE49-F238E27FC236}">
                <a16:creationId xmlns:a16="http://schemas.microsoft.com/office/drawing/2014/main" id="{954C418C-00DB-4E06-B95E-1538B184ABC6}"/>
              </a:ext>
            </a:extLst>
          </p:cNvPr>
          <p:cNvSpPr>
            <a:spLocks xmlns:a="http://schemas.openxmlformats.org/drawingml/2006/main" noGrp="1"/>
          </p:cNvSpPr>
          <p:nvPr/>
        </p:nvSpPr>
        <p:spPr>
          <a:xfrm xmlns:a="http://schemas.openxmlformats.org/drawingml/2006/main">
            <a:off x="2600325" y="6353175"/>
            <a:ext cx="1514475" cy="542925"/>
          </a:xfrm>
          <a:prstGeom xmlns:a="http://schemas.openxmlformats.org/drawingml/2006/main" prst="trapezoid">
            <a:avLst/>
          </a:prstGeom>
          <a:solidFill xmlns:a="http://schemas.openxmlformats.org/drawingml/2006/main">
            <a:srgbClr val="EAF3FD"/>
          </a:solidFill>
          <a:ln xmlns:a="http://schemas.openxmlformats.org/drawingml/2006/main" w="14288">
            <a:solidFill>
              <a:srgbClr val="2166B0"/>
            </a:solidFill>
          </a:ln>
        </p:spPr>
      </p:sp>
      <p:sp>
        <p:nvSpPr>
          <p:cNvPr id="107" name="text-106">
            <a:extLst xmlns:a="http://schemas.openxmlformats.org/drawingml/2006/main">
              <a:ext uri="{FF2B5EF4-FFF2-40B4-BE49-F238E27FC236}">
                <a16:creationId xmlns:a16="http://schemas.microsoft.com/office/drawing/2014/main" id="{363B693C-0E3B-4B9C-9456-7F971CE0D66B}"/>
              </a:ext>
            </a:extLst>
          </p:cNvPr>
          <p:cNvSpPr>
            <a:spLocks xmlns:a="http://schemas.openxmlformats.org/drawingml/2006/main" noGrp="1"/>
          </p:cNvSpPr>
          <p:nvPr/>
        </p:nvSpPr>
        <p:spPr>
          <a:xfrm xmlns:a="http://schemas.openxmlformats.org/drawingml/2006/main">
            <a:off x="2714625" y="6486525"/>
            <a:ext cx="1276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650" b="1">
                <a:solidFill>
                  <a:srgbClr val="2166B0"/>
                </a:solidFill>
                <a:latin typeface="Hiragino Sans GB"/>
                <a:ea typeface="Hiragino Sans GB"/>
                <a:cs typeface="Hiragino Sans GB"/>
              </a:defRPr>
            </a:pPr>
            <a:r>
              <a:rPr sz="1650" b="1">
                <a:solidFill>
                  <a:srgbClr val="2166B0"/>
                </a:solidFill>
                <a:latin typeface="Hiragino Sans GB"/>
                <a:ea typeface="Hiragino Sans GB"/>
                <a:cs typeface="Hiragino Sans GB"/>
              </a:rPr>
              <a:t>接收时检查</a:t>
            </a:r>
          </a:p>
        </p:txBody>
      </p:sp>
      <p:sp>
        <p:nvSpPr>
          <p:cNvPr id="108" name="shape-107">
            <a:extLst xmlns:a="http://schemas.openxmlformats.org/drawingml/2006/main">
              <a:ext uri="{FF2B5EF4-FFF2-40B4-BE49-F238E27FC236}">
                <a16:creationId xmlns:a16="http://schemas.microsoft.com/office/drawing/2014/main" id="{A9406C05-7595-4FB7-8BF5-CB06E6A99BB8}"/>
              </a:ext>
            </a:extLst>
          </p:cNvPr>
          <p:cNvSpPr>
            <a:spLocks xmlns:a="http://schemas.openxmlformats.org/drawingml/2006/main" noGrp="1"/>
          </p:cNvSpPr>
          <p:nvPr/>
        </p:nvSpPr>
        <p:spPr>
          <a:xfrm xmlns:a="http://schemas.openxmlformats.org/drawingml/2006/main">
            <a:off x="1819275" y="6553200"/>
            <a:ext cx="9525" cy="9525"/>
          </a:xfrm>
          <a:prstGeom xmlns:a="http://schemas.openxmlformats.org/drawingml/2006/main" prst="rect">
            <a:avLst/>
          </a:prstGeom>
          <a:noFill xmlns:a="http://schemas.openxmlformats.org/drawingml/2006/main"/>
          <a:ln xmlns:a="http://schemas.openxmlformats.org/drawingml/2006/main" w="11906">
            <a:noFill/>
          </a:ln>
        </p:spPr>
      </p:sp>
      <p:sp>
        <p:nvSpPr>
          <p:cNvPr id="109" name="shape-108">
            <a:extLst xmlns:a="http://schemas.openxmlformats.org/drawingml/2006/main">
              <a:ext uri="{FF2B5EF4-FFF2-40B4-BE49-F238E27FC236}">
                <a16:creationId xmlns:a16="http://schemas.microsoft.com/office/drawing/2014/main" id="{26E55823-F9BA-41C8-8DA6-184BC3A6032B}"/>
              </a:ext>
            </a:extLst>
          </p:cNvPr>
          <p:cNvSpPr>
            <a:spLocks xmlns:a="http://schemas.openxmlformats.org/drawingml/2006/main" noGrp="1"/>
          </p:cNvSpPr>
          <p:nvPr/>
        </p:nvSpPr>
        <p:spPr>
          <a:xfrm xmlns:a="http://schemas.openxmlformats.org/drawingml/2006/main">
            <a:off x="2600325" y="6553200"/>
            <a:ext cx="9525" cy="9525"/>
          </a:xfrm>
          <a:prstGeom xmlns:a="http://schemas.openxmlformats.org/drawingml/2006/main" prst="rect">
            <a:avLst/>
          </a:prstGeom>
          <a:noFill xmlns:a="http://schemas.openxmlformats.org/drawingml/2006/main"/>
          <a:ln xmlns:a="http://schemas.openxmlformats.org/drawingml/2006/main" w="11906">
            <a:noFill/>
          </a:ln>
        </p:spPr>
      </p:sp>
      <p:cxnSp>
        <p:nvCxnSpPr>
          <p:cNvPr id="269" name=""/>
          <p:cNvCxnSpPr>
            <a:stCxn xmlns:a="http://schemas.openxmlformats.org/drawingml/2006/main" id="108" idx="3"/>
            <a:endCxn xmlns:a="http://schemas.openxmlformats.org/drawingml/2006/main" id="109" idx="1"/>
          </p:cNvCxnSpPr>
          <p:nvPr/>
        </p:nvCxnSpPr>
        <p:spPr>
          <a:xfrm xmlns:a="http://schemas.openxmlformats.org/drawingml/2006/main">
            <a:off x="1828800" y="6557963"/>
            <a:ext cx="771525" cy="0"/>
          </a:xfrm>
          <a:prstGeom xmlns:a="http://schemas.openxmlformats.org/drawingml/2006/main" prst="straightConnector1">
            <a:avLst/>
          </a:prstGeom>
          <a:ln xmlns:a="http://schemas.openxmlformats.org/drawingml/2006/main" w="20003">
            <a:solidFill>
              <a:srgbClr val="2166B0"/>
            </a:solidFill>
            <a:prstDash val="solid"/>
            <a:tailEnd type="triangle" w="sm" len="sm"/>
          </a:ln>
        </p:spPr>
      </p:cxnSp>
      <p:sp>
        <p:nvSpPr>
          <p:cNvPr id="111" name="text-110">
            <a:extLst xmlns:a="http://schemas.openxmlformats.org/drawingml/2006/main">
              <a:ext uri="{FF2B5EF4-FFF2-40B4-BE49-F238E27FC236}">
                <a16:creationId xmlns:a16="http://schemas.microsoft.com/office/drawing/2014/main" id="{CC27383D-6FF0-4CF4-A4BB-E4DF83E6C42A}"/>
              </a:ext>
            </a:extLst>
          </p:cNvPr>
          <p:cNvSpPr>
            <a:spLocks xmlns:a="http://schemas.openxmlformats.org/drawingml/2006/main" noGrp="1"/>
          </p:cNvSpPr>
          <p:nvPr/>
        </p:nvSpPr>
        <p:spPr>
          <a:xfrm xmlns:a="http://schemas.openxmlformats.org/drawingml/2006/main">
            <a:off x="2200275" y="7134225"/>
            <a:ext cx="23717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425" b="0">
                <a:solidFill>
                  <a:srgbClr val="2D4663"/>
                </a:solidFill>
                <a:latin typeface="Hiragino Sans GB"/>
                <a:ea typeface="Hiragino Sans GB"/>
                <a:cs typeface="Hiragino Sans GB"/>
              </a:defRPr>
            </a:pPr>
            <a:r>
              <a:rPr sz="1425" b="0">
                <a:solidFill>
                  <a:srgbClr val="2D4663"/>
                </a:solidFill>
                <a:latin typeface="Hiragino Sans GB"/>
                <a:ea typeface="Hiragino Sans GB"/>
                <a:cs typeface="Hiragino Sans GB"/>
              </a:rPr>
              <a:t>单帧大小 + 接收时限</a:t>
            </a:r>
          </a:p>
          <a:p xmlns:a="http://schemas.openxmlformats.org/drawingml/2006/main">
            <a:pPr algn="ctr">
              <a:defRPr sz="1425" b="0">
                <a:solidFill>
                  <a:srgbClr val="2D4663"/>
                </a:solidFill>
                <a:latin typeface="Hiragino Sans GB"/>
                <a:ea typeface="Hiragino Sans GB"/>
                <a:cs typeface="Hiragino Sans GB"/>
              </a:defRPr>
            </a:pPr>
            <a:r>
              <a:rPr sz="1425" b="0">
                <a:solidFill>
                  <a:srgbClr val="2D4663"/>
                </a:solidFill>
                <a:latin typeface="Hiragino Sans GB"/>
                <a:ea typeface="Hiragino Sans GB"/>
                <a:cs typeface="Hiragino Sans GB"/>
              </a:rPr>
              <a:t>每秒帧数 + 每秒字节数</a:t>
            </a:r>
          </a:p>
        </p:txBody>
      </p:sp>
      <p:sp>
        <p:nvSpPr>
          <p:cNvPr id="112" name="text-111">
            <a:extLst xmlns:a="http://schemas.openxmlformats.org/drawingml/2006/main">
              <a:ext uri="{FF2B5EF4-FFF2-40B4-BE49-F238E27FC236}">
                <a16:creationId xmlns:a16="http://schemas.microsoft.com/office/drawing/2014/main" id="{4C1DABBE-6777-4993-A549-911E670CD9BA}"/>
              </a:ext>
            </a:extLst>
          </p:cNvPr>
          <p:cNvSpPr>
            <a:spLocks xmlns:a="http://schemas.openxmlformats.org/drawingml/2006/main" noGrp="1"/>
          </p:cNvSpPr>
          <p:nvPr/>
        </p:nvSpPr>
        <p:spPr>
          <a:xfrm xmlns:a="http://schemas.openxmlformats.org/drawingml/2006/main">
            <a:off x="4791075" y="5981700"/>
            <a:ext cx="2609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725" b="1">
                <a:solidFill>
                  <a:srgbClr val="163A63"/>
                </a:solidFill>
                <a:latin typeface="Hiragino Sans GB"/>
                <a:ea typeface="Hiragino Sans GB"/>
                <a:cs typeface="Hiragino Sans GB"/>
              </a:defRPr>
            </a:pPr>
            <a:r>
              <a:rPr sz="1725" b="1">
                <a:solidFill>
                  <a:srgbClr val="163A63"/>
                </a:solidFill>
                <a:latin typeface="Hiragino Sans GB"/>
                <a:ea typeface="Hiragino Sans GB"/>
                <a:cs typeface="Hiragino Sans GB"/>
              </a:rPr>
              <a:t>限制排队与处理量</a:t>
            </a:r>
          </a:p>
        </p:txBody>
      </p:sp>
      <p:sp>
        <p:nvSpPr>
          <p:cNvPr id="113" name="shape-112">
            <a:extLst xmlns:a="http://schemas.openxmlformats.org/drawingml/2006/main">
              <a:ext uri="{FF2B5EF4-FFF2-40B4-BE49-F238E27FC236}">
                <a16:creationId xmlns:a16="http://schemas.microsoft.com/office/drawing/2014/main" id="{0D141AB9-2D21-45DE-B2FB-E07D23E161D4}"/>
              </a:ext>
            </a:extLst>
          </p:cNvPr>
          <p:cNvSpPr>
            <a:spLocks xmlns:a="http://schemas.openxmlformats.org/drawingml/2006/main" noGrp="1"/>
          </p:cNvSpPr>
          <p:nvPr/>
        </p:nvSpPr>
        <p:spPr>
          <a:xfrm xmlns:a="http://schemas.openxmlformats.org/drawingml/2006/main">
            <a:off x="5191125" y="6334125"/>
            <a:ext cx="276225" cy="238125"/>
          </a:xfrm>
          <a:prstGeom xmlns:a="http://schemas.openxmlformats.org/drawingml/2006/main" prst="rect">
            <a:avLst/>
          </a:prstGeom>
          <a:solidFill xmlns:a="http://schemas.openxmlformats.org/drawingml/2006/main">
            <a:srgbClr val="EAF3FD"/>
          </a:solidFill>
          <a:ln xmlns:a="http://schemas.openxmlformats.org/drawingml/2006/main" w="11906">
            <a:solidFill>
              <a:srgbClr val="2166B0"/>
            </a:solidFill>
          </a:ln>
        </p:spPr>
      </p:sp>
      <p:sp>
        <p:nvSpPr>
          <p:cNvPr id="114" name="shape-113">
            <a:extLst xmlns:a="http://schemas.openxmlformats.org/drawingml/2006/main">
              <a:ext uri="{FF2B5EF4-FFF2-40B4-BE49-F238E27FC236}">
                <a16:creationId xmlns:a16="http://schemas.microsoft.com/office/drawing/2014/main" id="{ED3AA9E2-FE32-43A2-A67F-ED82BB069614}"/>
              </a:ext>
            </a:extLst>
          </p:cNvPr>
          <p:cNvSpPr>
            <a:spLocks xmlns:a="http://schemas.openxmlformats.org/drawingml/2006/main" noGrp="1"/>
          </p:cNvSpPr>
          <p:nvPr/>
        </p:nvSpPr>
        <p:spPr>
          <a:xfrm xmlns:a="http://schemas.openxmlformats.org/drawingml/2006/main">
            <a:off x="5524500" y="6334125"/>
            <a:ext cx="276225" cy="238125"/>
          </a:xfrm>
          <a:prstGeom xmlns:a="http://schemas.openxmlformats.org/drawingml/2006/main" prst="rect">
            <a:avLst/>
          </a:prstGeom>
          <a:solidFill xmlns:a="http://schemas.openxmlformats.org/drawingml/2006/main">
            <a:srgbClr val="EAF3FD"/>
          </a:solidFill>
          <a:ln xmlns:a="http://schemas.openxmlformats.org/drawingml/2006/main" w="11906">
            <a:solidFill>
              <a:srgbClr val="2166B0"/>
            </a:solidFill>
          </a:ln>
        </p:spPr>
      </p:sp>
      <p:sp>
        <p:nvSpPr>
          <p:cNvPr id="115" name="shape-114">
            <a:extLst xmlns:a="http://schemas.openxmlformats.org/drawingml/2006/main">
              <a:ext uri="{FF2B5EF4-FFF2-40B4-BE49-F238E27FC236}">
                <a16:creationId xmlns:a16="http://schemas.microsoft.com/office/drawing/2014/main" id="{5A37F231-7A5E-49EA-8117-910344F09F89}"/>
              </a:ext>
            </a:extLst>
          </p:cNvPr>
          <p:cNvSpPr>
            <a:spLocks xmlns:a="http://schemas.openxmlformats.org/drawingml/2006/main" noGrp="1"/>
          </p:cNvSpPr>
          <p:nvPr/>
        </p:nvSpPr>
        <p:spPr>
          <a:xfrm xmlns:a="http://schemas.openxmlformats.org/drawingml/2006/main">
            <a:off x="5857875" y="6334125"/>
            <a:ext cx="276225" cy="238125"/>
          </a:xfrm>
          <a:prstGeom xmlns:a="http://schemas.openxmlformats.org/drawingml/2006/main" prst="rect">
            <a:avLst/>
          </a:prstGeom>
          <a:solidFill xmlns:a="http://schemas.openxmlformats.org/drawingml/2006/main">
            <a:srgbClr val="EAF3FD"/>
          </a:solidFill>
          <a:ln xmlns:a="http://schemas.openxmlformats.org/drawingml/2006/main" w="11906">
            <a:solidFill>
              <a:srgbClr val="2166B0"/>
            </a:solidFill>
          </a:ln>
        </p:spPr>
      </p:sp>
      <p:sp>
        <p:nvSpPr>
          <p:cNvPr id="116" name="shape-115">
            <a:extLst xmlns:a="http://schemas.openxmlformats.org/drawingml/2006/main">
              <a:ext uri="{FF2B5EF4-FFF2-40B4-BE49-F238E27FC236}">
                <a16:creationId xmlns:a16="http://schemas.microsoft.com/office/drawing/2014/main" id="{A5BB0B25-F395-45E8-8F3E-1FE8954E5F64}"/>
              </a:ext>
            </a:extLst>
          </p:cNvPr>
          <p:cNvSpPr>
            <a:spLocks xmlns:a="http://schemas.openxmlformats.org/drawingml/2006/main" noGrp="1"/>
          </p:cNvSpPr>
          <p:nvPr/>
        </p:nvSpPr>
        <p:spPr>
          <a:xfrm xmlns:a="http://schemas.openxmlformats.org/drawingml/2006/main">
            <a:off x="6191250" y="6334125"/>
            <a:ext cx="276225" cy="238125"/>
          </a:xfrm>
          <a:prstGeom xmlns:a="http://schemas.openxmlformats.org/drawingml/2006/main" prst="rect">
            <a:avLst/>
          </a:prstGeom>
          <a:solidFill xmlns:a="http://schemas.openxmlformats.org/drawingml/2006/main">
            <a:srgbClr val="FFFFFF"/>
          </a:solidFill>
          <a:ln xmlns:a="http://schemas.openxmlformats.org/drawingml/2006/main" w="11906">
            <a:solidFill>
              <a:srgbClr val="2166B0"/>
            </a:solidFill>
          </a:ln>
        </p:spPr>
      </p:sp>
      <p:sp>
        <p:nvSpPr>
          <p:cNvPr id="117" name="shape-116">
            <a:extLst xmlns:a="http://schemas.openxmlformats.org/drawingml/2006/main">
              <a:ext uri="{FF2B5EF4-FFF2-40B4-BE49-F238E27FC236}">
                <a16:creationId xmlns:a16="http://schemas.microsoft.com/office/drawing/2014/main" id="{2C63CDAB-84EA-465E-B02B-CC5504BF0EFA}"/>
              </a:ext>
            </a:extLst>
          </p:cNvPr>
          <p:cNvSpPr>
            <a:spLocks xmlns:a="http://schemas.openxmlformats.org/drawingml/2006/main" noGrp="1"/>
          </p:cNvSpPr>
          <p:nvPr/>
        </p:nvSpPr>
        <p:spPr>
          <a:xfrm xmlns:a="http://schemas.openxmlformats.org/drawingml/2006/main">
            <a:off x="6524625" y="6334125"/>
            <a:ext cx="276225" cy="238125"/>
          </a:xfrm>
          <a:prstGeom xmlns:a="http://schemas.openxmlformats.org/drawingml/2006/main" prst="rect">
            <a:avLst/>
          </a:prstGeom>
          <a:solidFill xmlns:a="http://schemas.openxmlformats.org/drawingml/2006/main">
            <a:srgbClr val="FFFFFF"/>
          </a:solidFill>
          <a:ln xmlns:a="http://schemas.openxmlformats.org/drawingml/2006/main" w="11906">
            <a:solidFill>
              <a:srgbClr val="2166B0"/>
            </a:solidFill>
          </a:ln>
        </p:spPr>
      </p:sp>
      <p:sp>
        <p:nvSpPr>
          <p:cNvPr id="118" name="shape-117">
            <a:extLst xmlns:a="http://schemas.openxmlformats.org/drawingml/2006/main">
              <a:ext uri="{FF2B5EF4-FFF2-40B4-BE49-F238E27FC236}">
                <a16:creationId xmlns:a16="http://schemas.microsoft.com/office/drawing/2014/main" id="{B6E0DDF3-84B1-46AF-B050-1C9FE3D96189}"/>
              </a:ext>
            </a:extLst>
          </p:cNvPr>
          <p:cNvSpPr>
            <a:spLocks xmlns:a="http://schemas.openxmlformats.org/drawingml/2006/main" noGrp="1"/>
          </p:cNvSpPr>
          <p:nvPr/>
        </p:nvSpPr>
        <p:spPr>
          <a:xfrm xmlns:a="http://schemas.openxmlformats.org/drawingml/2006/main">
            <a:off x="4114800" y="6553200"/>
            <a:ext cx="9525" cy="9525"/>
          </a:xfrm>
          <a:prstGeom xmlns:a="http://schemas.openxmlformats.org/drawingml/2006/main" prst="rect">
            <a:avLst/>
          </a:prstGeom>
          <a:noFill xmlns:a="http://schemas.openxmlformats.org/drawingml/2006/main"/>
          <a:ln xmlns:a="http://schemas.openxmlformats.org/drawingml/2006/main" w="11906">
            <a:noFill/>
          </a:ln>
        </p:spPr>
      </p:sp>
      <p:sp>
        <p:nvSpPr>
          <p:cNvPr id="119" name="shape-118">
            <a:extLst xmlns:a="http://schemas.openxmlformats.org/drawingml/2006/main">
              <a:ext uri="{FF2B5EF4-FFF2-40B4-BE49-F238E27FC236}">
                <a16:creationId xmlns:a16="http://schemas.microsoft.com/office/drawing/2014/main" id="{948D2764-5661-4AAF-A029-74988CE02EED}"/>
              </a:ext>
            </a:extLst>
          </p:cNvPr>
          <p:cNvSpPr>
            <a:spLocks xmlns:a="http://schemas.openxmlformats.org/drawingml/2006/main" noGrp="1"/>
          </p:cNvSpPr>
          <p:nvPr/>
        </p:nvSpPr>
        <p:spPr>
          <a:xfrm xmlns:a="http://schemas.openxmlformats.org/drawingml/2006/main">
            <a:off x="5038725" y="6553200"/>
            <a:ext cx="9525" cy="9525"/>
          </a:xfrm>
          <a:prstGeom xmlns:a="http://schemas.openxmlformats.org/drawingml/2006/main" prst="rect">
            <a:avLst/>
          </a:prstGeom>
          <a:noFill xmlns:a="http://schemas.openxmlformats.org/drawingml/2006/main"/>
          <a:ln xmlns:a="http://schemas.openxmlformats.org/drawingml/2006/main" w="11906">
            <a:noFill/>
          </a:ln>
        </p:spPr>
      </p:sp>
      <p:cxnSp>
        <p:nvCxnSpPr>
          <p:cNvPr id="279" name=""/>
          <p:cNvCxnSpPr>
            <a:stCxn xmlns:a="http://schemas.openxmlformats.org/drawingml/2006/main" id="118" idx="3"/>
            <a:endCxn xmlns:a="http://schemas.openxmlformats.org/drawingml/2006/main" id="119" idx="1"/>
          </p:cNvCxnSpPr>
          <p:nvPr/>
        </p:nvCxnSpPr>
        <p:spPr>
          <a:xfrm xmlns:a="http://schemas.openxmlformats.org/drawingml/2006/main">
            <a:off x="4124325" y="6557963"/>
            <a:ext cx="914400" cy="0"/>
          </a:xfrm>
          <a:prstGeom xmlns:a="http://schemas.openxmlformats.org/drawingml/2006/main" prst="straightConnector1">
            <a:avLst/>
          </a:prstGeom>
          <a:ln xmlns:a="http://schemas.openxmlformats.org/drawingml/2006/main" w="20003">
            <a:solidFill>
              <a:srgbClr val="2166B0"/>
            </a:solidFill>
            <a:prstDash val="solid"/>
            <a:tailEnd type="triangle" w="sm" len="sm"/>
          </a:ln>
        </p:spPr>
      </p:cxnSp>
      <p:sp>
        <p:nvSpPr>
          <p:cNvPr id="121" name="shape-120">
            <a:extLst xmlns:a="http://schemas.openxmlformats.org/drawingml/2006/main">
              <a:ext uri="{FF2B5EF4-FFF2-40B4-BE49-F238E27FC236}">
                <a16:creationId xmlns:a16="http://schemas.microsoft.com/office/drawing/2014/main" id="{F76645F3-6F7A-4828-95C8-E5B4A560ED0A}"/>
              </a:ext>
            </a:extLst>
          </p:cNvPr>
          <p:cNvSpPr>
            <a:spLocks xmlns:a="http://schemas.openxmlformats.org/drawingml/2006/main" noGrp="1"/>
          </p:cNvSpPr>
          <p:nvPr/>
        </p:nvSpPr>
        <p:spPr>
          <a:xfrm xmlns:a="http://schemas.openxmlformats.org/drawingml/2006/main">
            <a:off x="5219700" y="6838950"/>
            <a:ext cx="447675" cy="161925"/>
          </a:xfrm>
          <a:prstGeom xmlns:a="http://schemas.openxmlformats.org/drawingml/2006/main" prst="rect">
            <a:avLst/>
          </a:prstGeom>
          <a:solidFill xmlns:a="http://schemas.openxmlformats.org/drawingml/2006/main">
            <a:srgbClr val="2166B0"/>
          </a:solidFill>
          <a:ln xmlns:a="http://schemas.openxmlformats.org/drawingml/2006/main" w="11906">
            <a:solidFill>
              <a:srgbClr val="2166B0"/>
            </a:solidFill>
          </a:ln>
        </p:spPr>
      </p:sp>
      <p:sp>
        <p:nvSpPr>
          <p:cNvPr id="122" name="shape-121">
            <a:extLst xmlns:a="http://schemas.openxmlformats.org/drawingml/2006/main">
              <a:ext uri="{FF2B5EF4-FFF2-40B4-BE49-F238E27FC236}">
                <a16:creationId xmlns:a16="http://schemas.microsoft.com/office/drawing/2014/main" id="{0D1E7385-9005-4309-AA5A-F4930D872622}"/>
              </a:ext>
            </a:extLst>
          </p:cNvPr>
          <p:cNvSpPr>
            <a:spLocks xmlns:a="http://schemas.openxmlformats.org/drawingml/2006/main" noGrp="1"/>
          </p:cNvSpPr>
          <p:nvPr/>
        </p:nvSpPr>
        <p:spPr>
          <a:xfrm xmlns:a="http://schemas.openxmlformats.org/drawingml/2006/main">
            <a:off x="5772150" y="6838950"/>
            <a:ext cx="447675" cy="161925"/>
          </a:xfrm>
          <a:prstGeom xmlns:a="http://schemas.openxmlformats.org/drawingml/2006/main" prst="rect">
            <a:avLst/>
          </a:prstGeom>
          <a:solidFill xmlns:a="http://schemas.openxmlformats.org/drawingml/2006/main">
            <a:srgbClr val="2166B0"/>
          </a:solidFill>
          <a:ln xmlns:a="http://schemas.openxmlformats.org/drawingml/2006/main" w="11906">
            <a:solidFill>
              <a:srgbClr val="2166B0"/>
            </a:solidFill>
          </a:ln>
        </p:spPr>
      </p:sp>
      <p:sp>
        <p:nvSpPr>
          <p:cNvPr id="123" name="shape-122">
            <a:extLst xmlns:a="http://schemas.openxmlformats.org/drawingml/2006/main">
              <a:ext uri="{FF2B5EF4-FFF2-40B4-BE49-F238E27FC236}">
                <a16:creationId xmlns:a16="http://schemas.microsoft.com/office/drawing/2014/main" id="{61776C86-D4CD-4C3F-A55C-68BBF567446A}"/>
              </a:ext>
            </a:extLst>
          </p:cNvPr>
          <p:cNvSpPr>
            <a:spLocks xmlns:a="http://schemas.openxmlformats.org/drawingml/2006/main" noGrp="1"/>
          </p:cNvSpPr>
          <p:nvPr/>
        </p:nvSpPr>
        <p:spPr>
          <a:xfrm xmlns:a="http://schemas.openxmlformats.org/drawingml/2006/main">
            <a:off x="6324600" y="6838950"/>
            <a:ext cx="447675" cy="161925"/>
          </a:xfrm>
          <a:prstGeom xmlns:a="http://schemas.openxmlformats.org/drawingml/2006/main" prst="rect">
            <a:avLst/>
          </a:prstGeom>
          <a:solidFill xmlns:a="http://schemas.openxmlformats.org/drawingml/2006/main">
            <a:srgbClr val="2166B0"/>
          </a:solidFill>
          <a:ln xmlns:a="http://schemas.openxmlformats.org/drawingml/2006/main" w="11906">
            <a:solidFill>
              <a:srgbClr val="2166B0"/>
            </a:solidFill>
          </a:ln>
        </p:spPr>
      </p:sp>
      <p:sp>
        <p:nvSpPr>
          <p:cNvPr id="124" name="shape-123">
            <a:extLst xmlns:a="http://schemas.openxmlformats.org/drawingml/2006/main">
              <a:ext uri="{FF2B5EF4-FFF2-40B4-BE49-F238E27FC236}">
                <a16:creationId xmlns:a16="http://schemas.microsoft.com/office/drawing/2014/main" id="{2A0536BE-EA2B-4FB3-875F-A0F83BC5F398}"/>
              </a:ext>
            </a:extLst>
          </p:cNvPr>
          <p:cNvSpPr>
            <a:spLocks xmlns:a="http://schemas.openxmlformats.org/drawingml/2006/main" noGrp="1"/>
          </p:cNvSpPr>
          <p:nvPr/>
        </p:nvSpPr>
        <p:spPr>
          <a:xfrm xmlns:a="http://schemas.openxmlformats.org/drawingml/2006/main">
            <a:off x="6067425" y="6591300"/>
            <a:ext cx="9525" cy="9525"/>
          </a:xfrm>
          <a:prstGeom xmlns:a="http://schemas.openxmlformats.org/drawingml/2006/main" prst="rect">
            <a:avLst/>
          </a:prstGeom>
          <a:noFill xmlns:a="http://schemas.openxmlformats.org/drawingml/2006/main"/>
          <a:ln xmlns:a="http://schemas.openxmlformats.org/drawingml/2006/main" w="11906">
            <a:noFill/>
          </a:ln>
        </p:spPr>
      </p:sp>
      <p:sp>
        <p:nvSpPr>
          <p:cNvPr id="125" name="shape-124">
            <a:extLst xmlns:a="http://schemas.openxmlformats.org/drawingml/2006/main">
              <a:ext uri="{FF2B5EF4-FFF2-40B4-BE49-F238E27FC236}">
                <a16:creationId xmlns:a16="http://schemas.microsoft.com/office/drawing/2014/main" id="{89EEB2BB-C058-47B8-8D99-4AD663F73338}"/>
              </a:ext>
            </a:extLst>
          </p:cNvPr>
          <p:cNvSpPr>
            <a:spLocks xmlns:a="http://schemas.openxmlformats.org/drawingml/2006/main" noGrp="1"/>
          </p:cNvSpPr>
          <p:nvPr/>
        </p:nvSpPr>
        <p:spPr>
          <a:xfrm xmlns:a="http://schemas.openxmlformats.org/drawingml/2006/main">
            <a:off x="6067425" y="6810375"/>
            <a:ext cx="9525" cy="9525"/>
          </a:xfrm>
          <a:prstGeom xmlns:a="http://schemas.openxmlformats.org/drawingml/2006/main" prst="rect">
            <a:avLst/>
          </a:prstGeom>
          <a:noFill xmlns:a="http://schemas.openxmlformats.org/drawingml/2006/main"/>
          <a:ln xmlns:a="http://schemas.openxmlformats.org/drawingml/2006/main" w="11906">
            <a:noFill/>
          </a:ln>
        </p:spPr>
      </p:sp>
      <p:cxnSp>
        <p:nvCxnSpPr>
          <p:cNvPr id="285" name=""/>
          <p:cNvCxnSpPr>
            <a:stCxn xmlns:a="http://schemas.openxmlformats.org/drawingml/2006/main" id="124" idx="2"/>
            <a:endCxn xmlns:a="http://schemas.openxmlformats.org/drawingml/2006/main" id="125" idx="0"/>
          </p:cNvCxnSpPr>
          <p:nvPr/>
        </p:nvCxnSpPr>
        <p:spPr>
          <a:xfrm xmlns:a="http://schemas.openxmlformats.org/drawingml/2006/main">
            <a:off x="6072188" y="6600825"/>
            <a:ext cx="0" cy="209550"/>
          </a:xfrm>
          <a:prstGeom xmlns:a="http://schemas.openxmlformats.org/drawingml/2006/main" prst="straightConnector1">
            <a:avLst/>
          </a:prstGeom>
          <a:ln xmlns:a="http://schemas.openxmlformats.org/drawingml/2006/main" w="20003">
            <a:solidFill>
              <a:srgbClr val="2166B0"/>
            </a:solidFill>
            <a:prstDash val="solid"/>
            <a:tailEnd type="triangle" w="sm" len="sm"/>
          </a:ln>
        </p:spPr>
      </p:cxnSp>
      <p:sp>
        <p:nvSpPr>
          <p:cNvPr id="127" name="text-126">
            <a:extLst xmlns:a="http://schemas.openxmlformats.org/drawingml/2006/main">
              <a:ext uri="{FF2B5EF4-FFF2-40B4-BE49-F238E27FC236}">
                <a16:creationId xmlns:a16="http://schemas.microsoft.com/office/drawing/2014/main" id="{BAB3A168-4788-4EED-87E4-0DB5B9EFC716}"/>
              </a:ext>
            </a:extLst>
          </p:cNvPr>
          <p:cNvSpPr>
            <a:spLocks xmlns:a="http://schemas.openxmlformats.org/drawingml/2006/main" noGrp="1"/>
          </p:cNvSpPr>
          <p:nvPr/>
        </p:nvSpPr>
        <p:spPr>
          <a:xfrm xmlns:a="http://schemas.openxmlformats.org/drawingml/2006/main">
            <a:off x="4791075" y="7134225"/>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425" b="0">
                <a:solidFill>
                  <a:srgbClr val="2D4663"/>
                </a:solidFill>
                <a:latin typeface="Hiragino Sans GB"/>
                <a:ea typeface="Hiragino Sans GB"/>
                <a:cs typeface="Hiragino Sans GB"/>
              </a:defRPr>
            </a:pPr>
            <a:r>
              <a:rPr sz="1425" b="0">
                <a:solidFill>
                  <a:srgbClr val="2D4663"/>
                </a:solidFill>
                <a:latin typeface="Hiragino Sans GB"/>
                <a:ea typeface="Hiragino Sans GB"/>
                <a:cs typeface="Hiragino Sans GB"/>
              </a:rPr>
              <a:t>排队条数与字节数均限量</a:t>
            </a:r>
          </a:p>
          <a:p xmlns:a="http://schemas.openxmlformats.org/drawingml/2006/main">
            <a:pPr algn="ctr">
              <a:defRPr sz="1425" b="0">
                <a:solidFill>
                  <a:srgbClr val="2D4663"/>
                </a:solidFill>
                <a:latin typeface="Hiragino Sans GB"/>
                <a:ea typeface="Hiragino Sans GB"/>
                <a:cs typeface="Hiragino Sans GB"/>
              </a:defRPr>
            </a:pPr>
            <a:r>
              <a:rPr sz="1425" b="0">
                <a:solidFill>
                  <a:srgbClr val="2D4663"/>
                </a:solidFill>
                <a:latin typeface="Hiragino Sans GB"/>
                <a:ea typeface="Hiragino Sans GB"/>
                <a:cs typeface="Hiragino Sans GB"/>
              </a:rPr>
              <a:t>最多P个处理任务，同Run串行</a:t>
            </a:r>
          </a:p>
        </p:txBody>
      </p:sp>
      <p:sp>
        <p:nvSpPr>
          <p:cNvPr id="128" name="text-127">
            <a:extLst xmlns:a="http://schemas.openxmlformats.org/drawingml/2006/main">
              <a:ext uri="{FF2B5EF4-FFF2-40B4-BE49-F238E27FC236}">
                <a16:creationId xmlns:a16="http://schemas.microsoft.com/office/drawing/2014/main" id="{EC9481C5-C916-4A44-BB9A-FE3AC82C7B08}"/>
              </a:ext>
            </a:extLst>
          </p:cNvPr>
          <p:cNvSpPr>
            <a:spLocks xmlns:a="http://schemas.openxmlformats.org/drawingml/2006/main" noGrp="1"/>
          </p:cNvSpPr>
          <p:nvPr/>
        </p:nvSpPr>
        <p:spPr>
          <a:xfrm xmlns:a="http://schemas.openxmlformats.org/drawingml/2006/main">
            <a:off x="7858125" y="59817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725" b="1">
                <a:solidFill>
                  <a:srgbClr val="163A63"/>
                </a:solidFill>
                <a:latin typeface="Hiragino Sans GB"/>
                <a:ea typeface="Hiragino Sans GB"/>
                <a:cs typeface="Hiragino Sans GB"/>
              </a:defRPr>
            </a:pPr>
            <a:r>
              <a:rPr sz="1725" b="1">
                <a:solidFill>
                  <a:srgbClr val="163A63"/>
                </a:solidFill>
                <a:latin typeface="Hiragino Sans GB"/>
                <a:ea typeface="Hiragino Sans GB"/>
                <a:cs typeface="Hiragino Sans GB"/>
              </a:rPr>
              <a:t>限制正文占用内存</a:t>
            </a:r>
          </a:p>
        </p:txBody>
      </p:sp>
      <p:sp>
        <p:nvSpPr>
          <p:cNvPr id="129" name="glyph-rect-128">
            <a:extLst xmlns:a="http://schemas.openxmlformats.org/drawingml/2006/main">
              <a:ext uri="{FF2B5EF4-FFF2-40B4-BE49-F238E27FC236}">
                <a16:creationId xmlns:a16="http://schemas.microsoft.com/office/drawing/2014/main" id="{242170A3-BDF8-42E0-B47C-84AE47ABD3BA}"/>
              </a:ext>
            </a:extLst>
          </p:cNvPr>
          <p:cNvSpPr>
            <a:spLocks xmlns:a="http://schemas.openxmlformats.org/drawingml/2006/main" noGrp="1"/>
          </p:cNvSpPr>
          <p:nvPr/>
        </p:nvSpPr>
        <p:spPr>
          <a:xfrm xmlns:a="http://schemas.openxmlformats.org/drawingml/2006/main">
            <a:off x="8620125" y="6391275"/>
            <a:ext cx="552450" cy="647700"/>
          </a:xfrm>
          <a:prstGeom xmlns:a="http://schemas.openxmlformats.org/drawingml/2006/main" prst="rect">
            <a:avLst/>
          </a:prstGeom>
          <a:solidFill xmlns:a="http://schemas.openxmlformats.org/drawingml/2006/main">
            <a:srgbClr val="F3F7FD"/>
          </a:solidFill>
          <a:ln xmlns:a="http://schemas.openxmlformats.org/drawingml/2006/main" w="9525">
            <a:solidFill>
              <a:srgbClr val="B9CEE5"/>
            </a:solidFill>
          </a:ln>
        </p:spPr>
      </p:sp>
      <p:sp>
        <p:nvSpPr>
          <p:cNvPr id="130" name="glyph-rect-129">
            <a:extLst xmlns:a="http://schemas.openxmlformats.org/drawingml/2006/main">
              <a:ext uri="{FF2B5EF4-FFF2-40B4-BE49-F238E27FC236}">
                <a16:creationId xmlns:a16="http://schemas.microsoft.com/office/drawing/2014/main" id="{C53960F0-06B1-49C6-B540-C3B1894612AE}"/>
              </a:ext>
            </a:extLst>
          </p:cNvPr>
          <p:cNvSpPr>
            <a:spLocks xmlns:a="http://schemas.openxmlformats.org/drawingml/2006/main" noGrp="1"/>
          </p:cNvSpPr>
          <p:nvPr/>
        </p:nvSpPr>
        <p:spPr>
          <a:xfrm xmlns:a="http://schemas.openxmlformats.org/drawingml/2006/main">
            <a:off x="8582025" y="6353175"/>
            <a:ext cx="5524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B9CEE5"/>
            </a:solidFill>
          </a:ln>
        </p:spPr>
      </p:sp>
      <p:sp>
        <p:nvSpPr>
          <p:cNvPr id="131" name="path-130">
            <a:extLst xmlns:a="http://schemas.openxmlformats.org/drawingml/2006/main">
              <a:ext uri="{FF2B5EF4-FFF2-40B4-BE49-F238E27FC236}">
                <a16:creationId xmlns:a16="http://schemas.microsoft.com/office/drawing/2014/main" id="{63B8584F-FDF8-4967-A286-6955826F27E9}"/>
              </a:ext>
            </a:extLst>
          </p:cNvPr>
          <p:cNvSpPr>
            <a:spLocks xmlns:a="http://schemas.openxmlformats.org/drawingml/2006/main" noGrp="1"/>
          </p:cNvSpPr>
          <p:nvPr/>
        </p:nvSpPr>
        <p:spPr>
          <a:xfrm xmlns:a="http://schemas.openxmlformats.org/drawingml/2006/main">
            <a:off x="8543925" y="6324600"/>
            <a:ext cx="552450" cy="647700"/>
          </a:xfrm>
          <a:custGeom xmlns:a="http://schemas.openxmlformats.org/drawingml/2006/main">
            <a:pathLst>
              <a:path w="552450" h="647700">
                <a:moveTo>
                  <a:pt x="0" y="0"/>
                </a:moveTo>
                <a:lnTo>
                  <a:pt x="428625" y="0"/>
                </a:lnTo>
                <a:lnTo>
                  <a:pt x="552450" y="123825"/>
                </a:lnTo>
                <a:lnTo>
                  <a:pt x="552450" y="647700"/>
                </a:lnTo>
                <a:lnTo>
                  <a:pt x="0" y="647700"/>
                </a:lnTo>
                <a:close/>
              </a:path>
            </a:pathLst>
          </a:custGeom>
          <a:solidFill xmlns:a="http://schemas.openxmlformats.org/drawingml/2006/main">
            <a:srgbClr val="FFFFFF"/>
          </a:solidFill>
          <a:ln xmlns:a="http://schemas.openxmlformats.org/drawingml/2006/main" w="15240">
            <a:solidFill>
              <a:srgbClr val="2166B0"/>
            </a:solidFill>
          </a:ln>
        </p:spPr>
      </p:sp>
      <p:sp>
        <p:nvSpPr>
          <p:cNvPr id="132" name="line-131">
            <a:extLst xmlns:a="http://schemas.openxmlformats.org/drawingml/2006/main">
              <a:ext uri="{FF2B5EF4-FFF2-40B4-BE49-F238E27FC236}">
                <a16:creationId xmlns:a16="http://schemas.microsoft.com/office/drawing/2014/main" id="{33766102-9EEE-4F1C-B21B-92E872214977}"/>
              </a:ext>
            </a:extLst>
          </p:cNvPr>
          <p:cNvSpPr>
            <a:spLocks xmlns:a="http://schemas.openxmlformats.org/drawingml/2006/main" noGrp="1"/>
          </p:cNvSpPr>
          <p:nvPr/>
        </p:nvSpPr>
        <p:spPr>
          <a:xfrm xmlns:a="http://schemas.openxmlformats.org/drawingml/2006/main">
            <a:off x="8972550" y="6324600"/>
            <a:ext cx="0" cy="123825"/>
          </a:xfrm>
          <a:prstGeom xmlns:a="http://schemas.openxmlformats.org/drawingml/2006/main" prst="line">
            <a:avLst/>
          </a:prstGeom>
          <a:noFill xmlns:a="http://schemas.openxmlformats.org/drawingml/2006/main"/>
          <a:ln xmlns:a="http://schemas.openxmlformats.org/drawingml/2006/main" w="15240">
            <a:solidFill>
              <a:srgbClr val="2166B0"/>
            </a:solidFill>
            <a:prstDash val="solid"/>
          </a:ln>
        </p:spPr>
      </p:sp>
      <p:sp>
        <p:nvSpPr>
          <p:cNvPr id="133" name="line-132">
            <a:extLst xmlns:a="http://schemas.openxmlformats.org/drawingml/2006/main">
              <a:ext uri="{FF2B5EF4-FFF2-40B4-BE49-F238E27FC236}">
                <a16:creationId xmlns:a16="http://schemas.microsoft.com/office/drawing/2014/main" id="{053998E7-20CE-4379-A83F-0DDBD36B8FC6}"/>
              </a:ext>
            </a:extLst>
          </p:cNvPr>
          <p:cNvSpPr>
            <a:spLocks xmlns:a="http://schemas.openxmlformats.org/drawingml/2006/main" noGrp="1"/>
          </p:cNvSpPr>
          <p:nvPr/>
        </p:nvSpPr>
        <p:spPr>
          <a:xfrm xmlns:a="http://schemas.openxmlformats.org/drawingml/2006/main">
            <a:off x="8972550" y="6448425"/>
            <a:ext cx="123825" cy="0"/>
          </a:xfrm>
          <a:prstGeom xmlns:a="http://schemas.openxmlformats.org/drawingml/2006/main" prst="line">
            <a:avLst/>
          </a:prstGeom>
          <a:noFill xmlns:a="http://schemas.openxmlformats.org/drawingml/2006/main"/>
          <a:ln xmlns:a="http://schemas.openxmlformats.org/drawingml/2006/main" w="15240">
            <a:solidFill>
              <a:srgbClr val="2166B0"/>
            </a:solidFill>
            <a:prstDash val="solid"/>
          </a:ln>
        </p:spPr>
      </p:sp>
      <p:sp>
        <p:nvSpPr>
          <p:cNvPr id="134" name="line-133">
            <a:extLst xmlns:a="http://schemas.openxmlformats.org/drawingml/2006/main">
              <a:ext uri="{FF2B5EF4-FFF2-40B4-BE49-F238E27FC236}">
                <a16:creationId xmlns:a16="http://schemas.microsoft.com/office/drawing/2014/main" id="{E015AEF1-EFE9-4D0F-B53C-533C988BB9DA}"/>
              </a:ext>
            </a:extLst>
          </p:cNvPr>
          <p:cNvSpPr>
            <a:spLocks xmlns:a="http://schemas.openxmlformats.org/drawingml/2006/main" noGrp="1"/>
          </p:cNvSpPr>
          <p:nvPr/>
        </p:nvSpPr>
        <p:spPr>
          <a:xfrm xmlns:a="http://schemas.openxmlformats.org/drawingml/2006/main">
            <a:off x="8639175" y="6534150"/>
            <a:ext cx="361950" cy="0"/>
          </a:xfrm>
          <a:prstGeom xmlns:a="http://schemas.openxmlformats.org/drawingml/2006/main" prst="line">
            <a:avLst/>
          </a:prstGeom>
          <a:noFill xmlns:a="http://schemas.openxmlformats.org/drawingml/2006/main"/>
          <a:ln xmlns:a="http://schemas.openxmlformats.org/drawingml/2006/main" w="12383">
            <a:solidFill>
              <a:srgbClr val="2166B0"/>
            </a:solidFill>
            <a:prstDash val="solid"/>
          </a:ln>
        </p:spPr>
      </p:sp>
      <p:sp>
        <p:nvSpPr>
          <p:cNvPr id="135" name="line-134">
            <a:extLst xmlns:a="http://schemas.openxmlformats.org/drawingml/2006/main">
              <a:ext uri="{FF2B5EF4-FFF2-40B4-BE49-F238E27FC236}">
                <a16:creationId xmlns:a16="http://schemas.microsoft.com/office/drawing/2014/main" id="{50B27AFA-3799-4977-92DF-45426EF739AC}"/>
              </a:ext>
            </a:extLst>
          </p:cNvPr>
          <p:cNvSpPr>
            <a:spLocks xmlns:a="http://schemas.openxmlformats.org/drawingml/2006/main" noGrp="1"/>
          </p:cNvSpPr>
          <p:nvPr/>
        </p:nvSpPr>
        <p:spPr>
          <a:xfrm xmlns:a="http://schemas.openxmlformats.org/drawingml/2006/main">
            <a:off x="8639175" y="6648450"/>
            <a:ext cx="361950" cy="0"/>
          </a:xfrm>
          <a:prstGeom xmlns:a="http://schemas.openxmlformats.org/drawingml/2006/main" prst="line">
            <a:avLst/>
          </a:prstGeom>
          <a:noFill xmlns:a="http://schemas.openxmlformats.org/drawingml/2006/main"/>
          <a:ln xmlns:a="http://schemas.openxmlformats.org/drawingml/2006/main" w="12383">
            <a:solidFill>
              <a:srgbClr val="2166B0"/>
            </a:solidFill>
            <a:prstDash val="solid"/>
          </a:ln>
        </p:spPr>
      </p:sp>
      <p:sp>
        <p:nvSpPr>
          <p:cNvPr id="136" name="line-135">
            <a:extLst xmlns:a="http://schemas.openxmlformats.org/drawingml/2006/main">
              <a:ext uri="{FF2B5EF4-FFF2-40B4-BE49-F238E27FC236}">
                <a16:creationId xmlns:a16="http://schemas.microsoft.com/office/drawing/2014/main" id="{2AE13D5C-5E20-4BA9-A44E-C3B0A3FB1967}"/>
              </a:ext>
            </a:extLst>
          </p:cNvPr>
          <p:cNvSpPr>
            <a:spLocks xmlns:a="http://schemas.openxmlformats.org/drawingml/2006/main" noGrp="1"/>
          </p:cNvSpPr>
          <p:nvPr/>
        </p:nvSpPr>
        <p:spPr>
          <a:xfrm xmlns:a="http://schemas.openxmlformats.org/drawingml/2006/main">
            <a:off x="8639175" y="6762750"/>
            <a:ext cx="361950" cy="0"/>
          </a:xfrm>
          <a:prstGeom xmlns:a="http://schemas.openxmlformats.org/drawingml/2006/main" prst="line">
            <a:avLst/>
          </a:prstGeom>
          <a:noFill xmlns:a="http://schemas.openxmlformats.org/drawingml/2006/main"/>
          <a:ln xmlns:a="http://schemas.openxmlformats.org/drawingml/2006/main" w="12383">
            <a:solidFill>
              <a:srgbClr val="2166B0"/>
            </a:solidFill>
            <a:prstDash val="solid"/>
          </a:ln>
        </p:spPr>
      </p:sp>
      <p:sp>
        <p:nvSpPr>
          <p:cNvPr id="137" name="shape-136">
            <a:extLst xmlns:a="http://schemas.openxmlformats.org/drawingml/2006/main">
              <a:ext uri="{FF2B5EF4-FFF2-40B4-BE49-F238E27FC236}">
                <a16:creationId xmlns:a16="http://schemas.microsoft.com/office/drawing/2014/main" id="{1084F645-AC73-42FF-A1ED-342202CFD6C3}"/>
              </a:ext>
            </a:extLst>
          </p:cNvPr>
          <p:cNvSpPr>
            <a:spLocks xmlns:a="http://schemas.openxmlformats.org/drawingml/2006/main" noGrp="1"/>
          </p:cNvSpPr>
          <p:nvPr/>
        </p:nvSpPr>
        <p:spPr>
          <a:xfrm xmlns:a="http://schemas.openxmlformats.org/drawingml/2006/main">
            <a:off x="6772275" y="6915150"/>
            <a:ext cx="9525" cy="9525"/>
          </a:xfrm>
          <a:prstGeom xmlns:a="http://schemas.openxmlformats.org/drawingml/2006/main" prst="rect">
            <a:avLst/>
          </a:prstGeom>
          <a:noFill xmlns:a="http://schemas.openxmlformats.org/drawingml/2006/main"/>
          <a:ln xmlns:a="http://schemas.openxmlformats.org/drawingml/2006/main" w="11906">
            <a:noFill/>
          </a:ln>
        </p:spPr>
      </p:sp>
      <p:sp>
        <p:nvSpPr>
          <p:cNvPr id="138" name="shape-137">
            <a:extLst xmlns:a="http://schemas.openxmlformats.org/drawingml/2006/main">
              <a:ext uri="{FF2B5EF4-FFF2-40B4-BE49-F238E27FC236}">
                <a16:creationId xmlns:a16="http://schemas.microsoft.com/office/drawing/2014/main" id="{FFA3B04C-1401-473A-962E-2B8D98A3B871}"/>
              </a:ext>
            </a:extLst>
          </p:cNvPr>
          <p:cNvSpPr>
            <a:spLocks xmlns:a="http://schemas.openxmlformats.org/drawingml/2006/main" noGrp="1"/>
          </p:cNvSpPr>
          <p:nvPr/>
        </p:nvSpPr>
        <p:spPr>
          <a:xfrm xmlns:a="http://schemas.openxmlformats.org/drawingml/2006/main">
            <a:off x="7715250" y="6915150"/>
            <a:ext cx="9525" cy="9525"/>
          </a:xfrm>
          <a:prstGeom xmlns:a="http://schemas.openxmlformats.org/drawingml/2006/main" prst="rect">
            <a:avLst/>
          </a:prstGeom>
          <a:noFill xmlns:a="http://schemas.openxmlformats.org/drawingml/2006/main"/>
          <a:ln xmlns:a="http://schemas.openxmlformats.org/drawingml/2006/main" w="11906">
            <a:noFill/>
          </a:ln>
        </p:spPr>
      </p:sp>
      <p:cxnSp>
        <p:nvCxnSpPr>
          <p:cNvPr id="298" name=""/>
          <p:cNvCxnSpPr>
            <a:stCxn xmlns:a="http://schemas.openxmlformats.org/drawingml/2006/main" id="137" idx="3"/>
            <a:endCxn xmlns:a="http://schemas.openxmlformats.org/drawingml/2006/main" id="138" idx="1"/>
          </p:cNvCxnSpPr>
          <p:nvPr/>
        </p:nvCxnSpPr>
        <p:spPr>
          <a:xfrm xmlns:a="http://schemas.openxmlformats.org/drawingml/2006/main">
            <a:off x="6781800" y="6919913"/>
            <a:ext cx="933450" cy="0"/>
          </a:xfrm>
          <a:prstGeom xmlns:a="http://schemas.openxmlformats.org/drawingml/2006/main" prst="straightConnector1">
            <a:avLst/>
          </a:prstGeom>
          <a:ln xmlns:a="http://schemas.openxmlformats.org/drawingml/2006/main" w="20003">
            <a:solidFill>
              <a:srgbClr val="2166B0"/>
            </a:solidFill>
            <a:prstDash val="solid"/>
            <a:tailEnd type="none" w="sm" len="sm"/>
          </a:ln>
        </p:spPr>
      </p:cxnSp>
      <p:sp>
        <p:nvSpPr>
          <p:cNvPr id="140" name="shape-139">
            <a:extLst xmlns:a="http://schemas.openxmlformats.org/drawingml/2006/main">
              <a:ext uri="{FF2B5EF4-FFF2-40B4-BE49-F238E27FC236}">
                <a16:creationId xmlns:a16="http://schemas.microsoft.com/office/drawing/2014/main" id="{FA4B4D32-303E-496B-9463-94445351E6BC}"/>
              </a:ext>
            </a:extLst>
          </p:cNvPr>
          <p:cNvSpPr>
            <a:spLocks xmlns:a="http://schemas.openxmlformats.org/drawingml/2006/main" noGrp="1"/>
          </p:cNvSpPr>
          <p:nvPr/>
        </p:nvSpPr>
        <p:spPr>
          <a:xfrm xmlns:a="http://schemas.openxmlformats.org/drawingml/2006/main">
            <a:off x="7715250" y="6915150"/>
            <a:ext cx="9525" cy="9525"/>
          </a:xfrm>
          <a:prstGeom xmlns:a="http://schemas.openxmlformats.org/drawingml/2006/main" prst="rect">
            <a:avLst/>
          </a:prstGeom>
          <a:noFill xmlns:a="http://schemas.openxmlformats.org/drawingml/2006/main"/>
          <a:ln xmlns:a="http://schemas.openxmlformats.org/drawingml/2006/main" w="11906">
            <a:noFill/>
          </a:ln>
        </p:spPr>
      </p:sp>
      <p:sp>
        <p:nvSpPr>
          <p:cNvPr id="141" name="shape-140">
            <a:extLst xmlns:a="http://schemas.openxmlformats.org/drawingml/2006/main">
              <a:ext uri="{FF2B5EF4-FFF2-40B4-BE49-F238E27FC236}">
                <a16:creationId xmlns:a16="http://schemas.microsoft.com/office/drawing/2014/main" id="{1B37697B-9E76-4531-8710-33C6D96CF735}"/>
              </a:ext>
            </a:extLst>
          </p:cNvPr>
          <p:cNvSpPr>
            <a:spLocks xmlns:a="http://schemas.openxmlformats.org/drawingml/2006/main" noGrp="1"/>
          </p:cNvSpPr>
          <p:nvPr/>
        </p:nvSpPr>
        <p:spPr>
          <a:xfrm xmlns:a="http://schemas.openxmlformats.org/drawingml/2006/main">
            <a:off x="7715250" y="6657975"/>
            <a:ext cx="9525" cy="9525"/>
          </a:xfrm>
          <a:prstGeom xmlns:a="http://schemas.openxmlformats.org/drawingml/2006/main" prst="rect">
            <a:avLst/>
          </a:prstGeom>
          <a:noFill xmlns:a="http://schemas.openxmlformats.org/drawingml/2006/main"/>
          <a:ln xmlns:a="http://schemas.openxmlformats.org/drawingml/2006/main" w="11906">
            <a:noFill/>
          </a:ln>
        </p:spPr>
      </p:sp>
      <p:cxnSp>
        <p:nvCxnSpPr>
          <p:cNvPr id="301" name=""/>
          <p:cNvCxnSpPr>
            <a:stCxn xmlns:a="http://schemas.openxmlformats.org/drawingml/2006/main" id="140" idx="0"/>
            <a:endCxn xmlns:a="http://schemas.openxmlformats.org/drawingml/2006/main" id="141" idx="2"/>
          </p:cNvCxnSpPr>
          <p:nvPr/>
        </p:nvCxnSpPr>
        <p:spPr>
          <a:xfrm xmlns:a="http://schemas.openxmlformats.org/drawingml/2006/main" flipV="1">
            <a:off x="7720013" y="6667500"/>
            <a:ext cx="0" cy="247650"/>
          </a:xfrm>
          <a:prstGeom xmlns:a="http://schemas.openxmlformats.org/drawingml/2006/main" prst="straightConnector1">
            <a:avLst/>
          </a:prstGeom>
          <a:ln xmlns:a="http://schemas.openxmlformats.org/drawingml/2006/main" w="20003">
            <a:solidFill>
              <a:srgbClr val="2166B0"/>
            </a:solidFill>
            <a:prstDash val="solid"/>
            <a:tailEnd type="none" w="sm" len="sm"/>
          </a:ln>
        </p:spPr>
      </p:cxnSp>
      <p:sp>
        <p:nvSpPr>
          <p:cNvPr id="143" name="shape-142">
            <a:extLst xmlns:a="http://schemas.openxmlformats.org/drawingml/2006/main">
              <a:ext uri="{FF2B5EF4-FFF2-40B4-BE49-F238E27FC236}">
                <a16:creationId xmlns:a16="http://schemas.microsoft.com/office/drawing/2014/main" id="{6ADBA4F3-4FB3-441B-893D-73A6D35BFB85}"/>
              </a:ext>
            </a:extLst>
          </p:cNvPr>
          <p:cNvSpPr>
            <a:spLocks xmlns:a="http://schemas.openxmlformats.org/drawingml/2006/main" noGrp="1"/>
          </p:cNvSpPr>
          <p:nvPr/>
        </p:nvSpPr>
        <p:spPr>
          <a:xfrm xmlns:a="http://schemas.openxmlformats.org/drawingml/2006/main">
            <a:off x="7715250" y="6657975"/>
            <a:ext cx="9525" cy="9525"/>
          </a:xfrm>
          <a:prstGeom xmlns:a="http://schemas.openxmlformats.org/drawingml/2006/main" prst="rect">
            <a:avLst/>
          </a:prstGeom>
          <a:noFill xmlns:a="http://schemas.openxmlformats.org/drawingml/2006/main"/>
          <a:ln xmlns:a="http://schemas.openxmlformats.org/drawingml/2006/main" w="11906">
            <a:noFill/>
          </a:ln>
        </p:spPr>
      </p:sp>
      <p:sp>
        <p:nvSpPr>
          <p:cNvPr id="144" name="shape-143">
            <a:extLst xmlns:a="http://schemas.openxmlformats.org/drawingml/2006/main">
              <a:ext uri="{FF2B5EF4-FFF2-40B4-BE49-F238E27FC236}">
                <a16:creationId xmlns:a16="http://schemas.microsoft.com/office/drawing/2014/main" id="{846B64BC-865F-4731-BFD2-5E608D7C64C2}"/>
              </a:ext>
            </a:extLst>
          </p:cNvPr>
          <p:cNvSpPr>
            <a:spLocks xmlns:a="http://schemas.openxmlformats.org/drawingml/2006/main" noGrp="1"/>
          </p:cNvSpPr>
          <p:nvPr/>
        </p:nvSpPr>
        <p:spPr>
          <a:xfrm xmlns:a="http://schemas.openxmlformats.org/drawingml/2006/main">
            <a:off x="8534400" y="6657975"/>
            <a:ext cx="9525" cy="9525"/>
          </a:xfrm>
          <a:prstGeom xmlns:a="http://schemas.openxmlformats.org/drawingml/2006/main" prst="rect">
            <a:avLst/>
          </a:prstGeom>
          <a:noFill xmlns:a="http://schemas.openxmlformats.org/drawingml/2006/main"/>
          <a:ln xmlns:a="http://schemas.openxmlformats.org/drawingml/2006/main" w="11906">
            <a:noFill/>
          </a:ln>
        </p:spPr>
      </p:sp>
      <p:cxnSp>
        <p:nvCxnSpPr>
          <p:cNvPr id="304" name=""/>
          <p:cNvCxnSpPr>
            <a:stCxn xmlns:a="http://schemas.openxmlformats.org/drawingml/2006/main" id="143" idx="3"/>
            <a:endCxn xmlns:a="http://schemas.openxmlformats.org/drawingml/2006/main" id="144" idx="1"/>
          </p:cNvCxnSpPr>
          <p:nvPr/>
        </p:nvCxnSpPr>
        <p:spPr>
          <a:xfrm xmlns:a="http://schemas.openxmlformats.org/drawingml/2006/main">
            <a:off x="7724775" y="6662738"/>
            <a:ext cx="809625" cy="0"/>
          </a:xfrm>
          <a:prstGeom xmlns:a="http://schemas.openxmlformats.org/drawingml/2006/main" prst="straightConnector1">
            <a:avLst/>
          </a:prstGeom>
          <a:ln xmlns:a="http://schemas.openxmlformats.org/drawingml/2006/main" w="20003">
            <a:solidFill>
              <a:srgbClr val="2166B0"/>
            </a:solidFill>
            <a:prstDash val="solid"/>
            <a:tailEnd type="triangle" w="sm" len="sm"/>
          </a:ln>
        </p:spPr>
      </p:cxnSp>
      <p:sp>
        <p:nvSpPr>
          <p:cNvPr id="146" name="text-145">
            <a:extLst xmlns:a="http://schemas.openxmlformats.org/drawingml/2006/main">
              <a:ext uri="{FF2B5EF4-FFF2-40B4-BE49-F238E27FC236}">
                <a16:creationId xmlns:a16="http://schemas.microsoft.com/office/drawing/2014/main" id="{0ECD30D9-A601-4804-8BD9-7759CFE202D2}"/>
              </a:ext>
            </a:extLst>
          </p:cNvPr>
          <p:cNvSpPr>
            <a:spLocks xmlns:a="http://schemas.openxmlformats.org/drawingml/2006/main" noGrp="1"/>
          </p:cNvSpPr>
          <p:nvPr/>
        </p:nvSpPr>
        <p:spPr>
          <a:xfrm xmlns:a="http://schemas.openxmlformats.org/drawingml/2006/main">
            <a:off x="7677150" y="7134225"/>
            <a:ext cx="2428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425" b="0">
                <a:solidFill>
                  <a:srgbClr val="2D4663"/>
                </a:solidFill>
                <a:latin typeface="Hiragino Sans GB"/>
                <a:ea typeface="Hiragino Sans GB"/>
                <a:cs typeface="Hiragino Sans GB"/>
              </a:defRPr>
            </a:pPr>
            <a:r>
              <a:rPr sz="1425" b="0">
                <a:solidFill>
                  <a:srgbClr val="2D4663"/>
                </a:solidFill>
                <a:latin typeface="Hiragino Sans GB"/>
                <a:ea typeface="Hiragino Sans GB"/>
                <a:cs typeface="Hiragino Sans GB"/>
              </a:rPr>
              <a:t>正文与编码副本都计入</a:t>
            </a:r>
          </a:p>
          <a:p xmlns:a="http://schemas.openxmlformats.org/drawingml/2006/main">
            <a:pPr algn="ctr">
              <a:defRPr sz="1425" b="0">
                <a:solidFill>
                  <a:srgbClr val="2D4663"/>
                </a:solidFill>
                <a:latin typeface="Hiragino Sans GB"/>
                <a:ea typeface="Hiragino Sans GB"/>
                <a:cs typeface="Hiragino Sans GB"/>
              </a:defRPr>
            </a:pPr>
            <a:r>
              <a:rPr sz="1425" b="0">
                <a:solidFill>
                  <a:srgbClr val="2D4663"/>
                </a:solidFill>
                <a:latin typeface="Hiragino Sans GB"/>
                <a:ea typeface="Hiragino Sans GB"/>
                <a:cs typeface="Hiragino Sans GB"/>
              </a:rPr>
              <a:t>每个Run和实例的内存上限</a:t>
            </a:r>
          </a:p>
        </p:txBody>
      </p:sp>
      <p:sp>
        <p:nvSpPr>
          <p:cNvPr id="147" name="text-146">
            <a:extLst xmlns:a="http://schemas.openxmlformats.org/drawingml/2006/main">
              <a:ext uri="{FF2B5EF4-FFF2-40B4-BE49-F238E27FC236}">
                <a16:creationId xmlns:a16="http://schemas.microsoft.com/office/drawing/2014/main" id="{C6D2552F-E28C-4DBA-9F57-52B45A96D7E6}"/>
              </a:ext>
            </a:extLst>
          </p:cNvPr>
          <p:cNvSpPr>
            <a:spLocks xmlns:a="http://schemas.openxmlformats.org/drawingml/2006/main" noGrp="1"/>
          </p:cNvSpPr>
          <p:nvPr/>
        </p:nvSpPr>
        <p:spPr>
          <a:xfrm xmlns:a="http://schemas.openxmlformats.org/drawingml/2006/main">
            <a:off x="10668000" y="2028825"/>
            <a:ext cx="4048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1">
                <a:solidFill>
                  <a:srgbClr val="2166B0"/>
                </a:solidFill>
                <a:latin typeface="Hiragino Sans GB"/>
                <a:ea typeface="Hiragino Sans GB"/>
                <a:cs typeface="Hiragino Sans GB"/>
              </a:defRPr>
            </a:pPr>
            <a:r>
              <a:rPr sz="1800" b="1">
                <a:solidFill>
                  <a:srgbClr val="2166B0"/>
                </a:solidFill>
                <a:latin typeface="Hiragino Sans GB"/>
                <a:ea typeface="Hiragino Sans GB"/>
                <a:cs typeface="Hiragino Sans GB"/>
              </a:rPr>
              <a:t>01  限制同时调用数与等待时间</a:t>
            </a:r>
          </a:p>
        </p:txBody>
      </p:sp>
      <p:sp>
        <p:nvSpPr>
          <p:cNvPr id="148" name="text-147">
            <a:extLst xmlns:a="http://schemas.openxmlformats.org/drawingml/2006/main">
              <a:ext uri="{FF2B5EF4-FFF2-40B4-BE49-F238E27FC236}">
                <a16:creationId xmlns:a16="http://schemas.microsoft.com/office/drawing/2014/main" id="{F3266E9D-401C-44D3-B41C-DA80D90DA3A6}"/>
              </a:ext>
            </a:extLst>
          </p:cNvPr>
          <p:cNvSpPr>
            <a:spLocks xmlns:a="http://schemas.openxmlformats.org/drawingml/2006/main" noGrp="1"/>
          </p:cNvSpPr>
          <p:nvPr/>
        </p:nvSpPr>
        <p:spPr>
          <a:xfrm xmlns:a="http://schemas.openxmlformats.org/drawingml/2006/main">
            <a:off x="10668000" y="2362200"/>
            <a:ext cx="4048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2D4663"/>
                </a:solidFill>
                <a:latin typeface="Hiragino Sans GB"/>
                <a:ea typeface="Hiragino Sans GB"/>
                <a:cs typeface="Hiragino Sans GB"/>
              </a:defRPr>
            </a:pPr>
            <a:r>
              <a:rPr sz="1500" b="0">
                <a:solidFill>
                  <a:srgbClr val="2D4663"/>
                </a:solidFill>
                <a:latin typeface="Hiragino Sans GB"/>
                <a:ea typeface="Hiragino Sans GB"/>
                <a:cs typeface="Hiragino Sans GB"/>
              </a:rPr>
              <a:t>整台实例和单个Agent分别限并发。</a:t>
            </a:r>
          </a:p>
          <a:p xmlns:a="http://schemas.openxmlformats.org/drawingml/2006/main">
            <a:pPr algn="l">
              <a:defRPr sz="1500" b="0">
                <a:solidFill>
                  <a:srgbClr val="2D4663"/>
                </a:solidFill>
                <a:latin typeface="Hiragino Sans GB"/>
                <a:ea typeface="Hiragino Sans GB"/>
                <a:cs typeface="Hiragino Sans GB"/>
              </a:defRPr>
            </a:pPr>
            <a:r>
              <a:rPr sz="1500" b="0">
                <a:solidFill>
                  <a:srgbClr val="2D4663"/>
                </a:solidFill>
                <a:latin typeface="Hiragino Sans GB"/>
                <a:ea typeface="Hiragino Sans GB"/>
                <a:cs typeface="Hiragino Sans GB"/>
              </a:rPr>
              <a:t>超出并发上限，直接拒绝新调用。</a:t>
            </a:r>
          </a:p>
          <a:p xmlns:a="http://schemas.openxmlformats.org/drawingml/2006/main">
            <a:pPr algn="l">
              <a:defRPr sz="1500" b="0">
                <a:solidFill>
                  <a:srgbClr val="2D4663"/>
                </a:solidFill>
                <a:latin typeface="Hiragino Sans GB"/>
                <a:ea typeface="Hiragino Sans GB"/>
                <a:cs typeface="Hiragino Sans GB"/>
              </a:defRPr>
            </a:pPr>
            <a:r>
              <a:rPr sz="1500" b="0">
                <a:solidFill>
                  <a:srgbClr val="2D4663"/>
                </a:solidFill>
                <a:latin typeface="Hiragino Sans GB"/>
                <a:ea typeface="Hiragino Sans GB"/>
                <a:cs typeface="Hiragino Sans GB"/>
              </a:rPr>
              <a:t>调用超时后释放本地连接和调用名额。</a:t>
            </a:r>
          </a:p>
        </p:txBody>
      </p:sp>
      <p:sp>
        <p:nvSpPr>
          <p:cNvPr id="149" name="text-148">
            <a:extLst xmlns:a="http://schemas.openxmlformats.org/drawingml/2006/main">
              <a:ext uri="{FF2B5EF4-FFF2-40B4-BE49-F238E27FC236}">
                <a16:creationId xmlns:a16="http://schemas.microsoft.com/office/drawing/2014/main" id="{C0E462C6-5F46-4A7D-8F7D-4F9C18C5DC0C}"/>
              </a:ext>
            </a:extLst>
          </p:cNvPr>
          <p:cNvSpPr>
            <a:spLocks xmlns:a="http://schemas.openxmlformats.org/drawingml/2006/main" noGrp="1"/>
          </p:cNvSpPr>
          <p:nvPr/>
        </p:nvSpPr>
        <p:spPr>
          <a:xfrm xmlns:a="http://schemas.openxmlformats.org/drawingml/2006/main">
            <a:off x="10668000" y="3143250"/>
            <a:ext cx="4048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1">
                <a:solidFill>
                  <a:srgbClr val="2166B0"/>
                </a:solidFill>
                <a:latin typeface="Hiragino Sans GB"/>
                <a:ea typeface="Hiragino Sans GB"/>
                <a:cs typeface="Hiragino Sans GB"/>
              </a:defRPr>
            </a:pPr>
            <a:r>
              <a:rPr sz="1800" b="1">
                <a:solidFill>
                  <a:srgbClr val="2166B0"/>
                </a:solidFill>
                <a:latin typeface="Hiragino Sans GB"/>
                <a:ea typeface="Hiragino Sans GB"/>
                <a:cs typeface="Hiragino Sans GB"/>
              </a:rPr>
              <a:t>02  长任务在后台继续执行</a:t>
            </a:r>
          </a:p>
        </p:txBody>
      </p:sp>
      <p:sp>
        <p:nvSpPr>
          <p:cNvPr id="150" name="text-149">
            <a:extLst xmlns:a="http://schemas.openxmlformats.org/drawingml/2006/main">
              <a:ext uri="{FF2B5EF4-FFF2-40B4-BE49-F238E27FC236}">
                <a16:creationId xmlns:a16="http://schemas.microsoft.com/office/drawing/2014/main" id="{14272CDA-8A22-44C0-862C-769E2AAA078A}"/>
              </a:ext>
            </a:extLst>
          </p:cNvPr>
          <p:cNvSpPr>
            <a:spLocks xmlns:a="http://schemas.openxmlformats.org/drawingml/2006/main" noGrp="1"/>
          </p:cNvSpPr>
          <p:nvPr/>
        </p:nvSpPr>
        <p:spPr>
          <a:xfrm xmlns:a="http://schemas.openxmlformats.org/drawingml/2006/main">
            <a:off x="10668000" y="3476625"/>
            <a:ext cx="4048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2D4663"/>
                </a:solidFill>
                <a:latin typeface="Hiragino Sans GB"/>
                <a:ea typeface="Hiragino Sans GB"/>
                <a:cs typeface="Hiragino Sans GB"/>
              </a:defRPr>
            </a:pPr>
            <a:r>
              <a:rPr sz="1500" b="0">
                <a:solidFill>
                  <a:srgbClr val="2D4663"/>
                </a:solidFill>
                <a:latin typeface="Hiragino Sans GB"/>
                <a:ea typeface="Hiragino Sans GB"/>
                <a:cs typeface="Hiragino Sans GB"/>
              </a:rPr>
              <a:t>Agent返回“后台处理中”，结束HTTP。</a:t>
            </a:r>
          </a:p>
          <a:p xmlns:a="http://schemas.openxmlformats.org/drawingml/2006/main">
            <a:pPr algn="l">
              <a:defRPr sz="1500" b="0">
                <a:solidFill>
                  <a:srgbClr val="2D4663"/>
                </a:solidFill>
                <a:latin typeface="Hiragino Sans GB"/>
                <a:ea typeface="Hiragino Sans GB"/>
                <a:cs typeface="Hiragino Sans GB"/>
              </a:defRPr>
            </a:pPr>
            <a:r>
              <a:rPr sz="1500" b="0">
                <a:solidFill>
                  <a:srgbClr val="2D4663"/>
                </a:solidFill>
                <a:latin typeface="Hiragino Sans GB"/>
                <a:ea typeface="Hiragino Sans GB"/>
                <a:cs typeface="Hiragino Sans GB"/>
              </a:rPr>
              <a:t>ChatService记录runId及等待截止时间。</a:t>
            </a:r>
          </a:p>
          <a:p xmlns:a="http://schemas.openxmlformats.org/drawingml/2006/main">
            <a:pPr algn="l">
              <a:defRPr sz="1500" b="0">
                <a:solidFill>
                  <a:srgbClr val="2D4663"/>
                </a:solidFill>
                <a:latin typeface="Hiragino Sans GB"/>
                <a:ea typeface="Hiragino Sans GB"/>
                <a:cs typeface="Hiragino Sans GB"/>
              </a:defRPr>
            </a:pPr>
            <a:r>
              <a:rPr sz="1500" b="0">
                <a:solidFill>
                  <a:srgbClr val="2D4663"/>
                </a:solidFill>
                <a:latin typeface="Hiragino Sans GB"/>
                <a:ea typeface="Hiragino Sans GB"/>
                <a:cs typeface="Hiragino Sans GB"/>
              </a:rPr>
              <a:t>Agent完成或失败后，按runId通知结果。</a:t>
            </a:r>
          </a:p>
        </p:txBody>
      </p:sp>
      <p:sp>
        <p:nvSpPr>
          <p:cNvPr id="151" name="text-150">
            <a:extLst xmlns:a="http://schemas.openxmlformats.org/drawingml/2006/main">
              <a:ext uri="{FF2B5EF4-FFF2-40B4-BE49-F238E27FC236}">
                <a16:creationId xmlns:a16="http://schemas.microsoft.com/office/drawing/2014/main" id="{7857F4DB-DA5B-4A4E-A935-FD0DDC1F64FA}"/>
              </a:ext>
            </a:extLst>
          </p:cNvPr>
          <p:cNvSpPr>
            <a:spLocks xmlns:a="http://schemas.openxmlformats.org/drawingml/2006/main" noGrp="1"/>
          </p:cNvSpPr>
          <p:nvPr/>
        </p:nvSpPr>
        <p:spPr>
          <a:xfrm xmlns:a="http://schemas.openxmlformats.org/drawingml/2006/main">
            <a:off x="10668000" y="4257675"/>
            <a:ext cx="4048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1">
                <a:solidFill>
                  <a:srgbClr val="2166B0"/>
                </a:solidFill>
                <a:latin typeface="Hiragino Sans GB"/>
                <a:ea typeface="Hiragino Sans GB"/>
                <a:cs typeface="Hiragino Sans GB"/>
              </a:defRPr>
            </a:pPr>
            <a:r>
              <a:rPr sz="1800" b="1">
                <a:solidFill>
                  <a:srgbClr val="2166B0"/>
                </a:solidFill>
                <a:latin typeface="Hiragino Sans GB"/>
                <a:ea typeface="Hiragino Sans GB"/>
                <a:cs typeface="Hiragino Sans GB"/>
              </a:rPr>
              <a:t>03  后台任务限量，结果只记一次</a:t>
            </a:r>
          </a:p>
        </p:txBody>
      </p:sp>
      <p:sp>
        <p:nvSpPr>
          <p:cNvPr id="152" name="text-151">
            <a:extLst xmlns:a="http://schemas.openxmlformats.org/drawingml/2006/main">
              <a:ext uri="{FF2B5EF4-FFF2-40B4-BE49-F238E27FC236}">
                <a16:creationId xmlns:a16="http://schemas.microsoft.com/office/drawing/2014/main" id="{DD3E993F-CC90-45E1-B33A-626829C06037}"/>
              </a:ext>
            </a:extLst>
          </p:cNvPr>
          <p:cNvSpPr>
            <a:spLocks xmlns:a="http://schemas.openxmlformats.org/drawingml/2006/main" noGrp="1"/>
          </p:cNvSpPr>
          <p:nvPr/>
        </p:nvSpPr>
        <p:spPr>
          <a:xfrm xmlns:a="http://schemas.openxmlformats.org/drawingml/2006/main">
            <a:off x="10668000" y="4591050"/>
            <a:ext cx="4048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2D4663"/>
                </a:solidFill>
                <a:latin typeface="Hiragino Sans GB"/>
                <a:ea typeface="Hiragino Sans GB"/>
                <a:cs typeface="Hiragino Sans GB"/>
              </a:defRPr>
            </a:pPr>
            <a:r>
              <a:rPr sz="1500" b="0">
                <a:solidFill>
                  <a:srgbClr val="2D4663"/>
                </a:solidFill>
                <a:latin typeface="Hiragino Sans GB"/>
                <a:ea typeface="Hiragino Sans GB"/>
                <a:cs typeface="Hiragino Sans GB"/>
              </a:rPr>
              <a:t>按用户、租户、Agent限制未完成任务数。</a:t>
            </a:r>
          </a:p>
          <a:p xmlns:a="http://schemas.openxmlformats.org/drawingml/2006/main">
            <a:pPr algn="l">
              <a:defRPr sz="1500" b="0">
                <a:solidFill>
                  <a:srgbClr val="2D4663"/>
                </a:solidFill>
                <a:latin typeface="Hiragino Sans GB"/>
                <a:ea typeface="Hiragino Sans GB"/>
                <a:cs typeface="Hiragino Sans GB"/>
              </a:defRPr>
            </a:pPr>
            <a:r>
              <a:rPr sz="1500" b="0">
                <a:solidFill>
                  <a:srgbClr val="2D4663"/>
                </a:solidFill>
                <a:latin typeface="Hiragino Sans GB"/>
                <a:ea typeface="Hiragino Sans GB"/>
                <a:cs typeface="Hiragino Sans GB"/>
              </a:rPr>
              <a:t>状态未准备好时，通知下游稍后重试。</a:t>
            </a:r>
          </a:p>
          <a:p xmlns:a="http://schemas.openxmlformats.org/drawingml/2006/main">
            <a:pPr algn="l">
              <a:defRPr sz="1500" b="0">
                <a:solidFill>
                  <a:srgbClr val="2D4663"/>
                </a:solidFill>
                <a:latin typeface="Hiragino Sans GB"/>
                <a:ea typeface="Hiragino Sans GB"/>
                <a:cs typeface="Hiragino Sans GB"/>
              </a:defRPr>
            </a:pPr>
            <a:r>
              <a:rPr sz="1500" b="0">
                <a:solidFill>
                  <a:srgbClr val="2D4663"/>
                </a:solidFill>
                <a:latin typeface="Hiragino Sans GB"/>
                <a:ea typeface="Hiragino Sans GB"/>
                <a:cs typeface="Hiragino Sans GB"/>
              </a:rPr>
              <a:t>重复通知、完成与超时同时发生，</a:t>
            </a:r>
          </a:p>
          <a:p xmlns:a="http://schemas.openxmlformats.org/drawingml/2006/main">
            <a:pPr algn="l">
              <a:defRPr sz="1500" b="0">
                <a:solidFill>
                  <a:srgbClr val="2D4663"/>
                </a:solidFill>
                <a:latin typeface="Hiragino Sans GB"/>
                <a:ea typeface="Hiragino Sans GB"/>
                <a:cs typeface="Hiragino Sans GB"/>
              </a:defRPr>
            </a:pPr>
            <a:r>
              <a:rPr sz="1500" b="0">
                <a:solidFill>
                  <a:srgbClr val="2D4663"/>
                </a:solidFill>
                <a:latin typeface="Hiragino Sans GB"/>
                <a:ea typeface="Hiragino Sans GB"/>
                <a:cs typeface="Hiragino Sans GB"/>
              </a:rPr>
              <a:t>任务最终状态只写入一次。</a:t>
            </a:r>
          </a:p>
        </p:txBody>
      </p:sp>
      <p:sp>
        <p:nvSpPr>
          <p:cNvPr id="153" name="text-152">
            <a:extLst xmlns:a="http://schemas.openxmlformats.org/drawingml/2006/main">
              <a:ext uri="{FF2B5EF4-FFF2-40B4-BE49-F238E27FC236}">
                <a16:creationId xmlns:a16="http://schemas.microsoft.com/office/drawing/2014/main" id="{850E260C-9A5F-48DD-B2C6-228465512D0A}"/>
              </a:ext>
            </a:extLst>
          </p:cNvPr>
          <p:cNvSpPr>
            <a:spLocks xmlns:a="http://schemas.openxmlformats.org/drawingml/2006/main" noGrp="1"/>
          </p:cNvSpPr>
          <p:nvPr/>
        </p:nvSpPr>
        <p:spPr>
          <a:xfrm xmlns:a="http://schemas.openxmlformats.org/drawingml/2006/main">
            <a:off x="10668000" y="5600700"/>
            <a:ext cx="4048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1">
                <a:solidFill>
                  <a:srgbClr val="2166B0"/>
                </a:solidFill>
                <a:latin typeface="Hiragino Sans GB"/>
                <a:ea typeface="Hiragino Sans GB"/>
                <a:cs typeface="Hiragino Sans GB"/>
              </a:defRPr>
            </a:pPr>
            <a:r>
              <a:rPr sz="1800" b="1">
                <a:solidFill>
                  <a:srgbClr val="2166B0"/>
                </a:solidFill>
                <a:latin typeface="Hiragino Sans GB"/>
                <a:ea typeface="Hiragino Sans GB"/>
                <a:cs typeface="Hiragino Sans GB"/>
              </a:rPr>
              <a:t>04  限制处理量和内存增长</a:t>
            </a:r>
          </a:p>
        </p:txBody>
      </p:sp>
      <p:sp>
        <p:nvSpPr>
          <p:cNvPr id="154" name="text-153">
            <a:extLst xmlns:a="http://schemas.openxmlformats.org/drawingml/2006/main">
              <a:ext uri="{FF2B5EF4-FFF2-40B4-BE49-F238E27FC236}">
                <a16:creationId xmlns:a16="http://schemas.microsoft.com/office/drawing/2014/main" id="{FBDC487F-ED48-4DC7-9459-CF48ED69EC3B}"/>
              </a:ext>
            </a:extLst>
          </p:cNvPr>
          <p:cNvSpPr>
            <a:spLocks xmlns:a="http://schemas.openxmlformats.org/drawingml/2006/main" noGrp="1"/>
          </p:cNvSpPr>
          <p:nvPr/>
        </p:nvSpPr>
        <p:spPr>
          <a:xfrm xmlns:a="http://schemas.openxmlformats.org/drawingml/2006/main">
            <a:off x="10668000" y="5934075"/>
            <a:ext cx="4048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2D4663"/>
                </a:solidFill>
                <a:latin typeface="Hiragino Sans GB"/>
                <a:ea typeface="Hiragino Sans GB"/>
                <a:cs typeface="Hiragino Sans GB"/>
              </a:defRPr>
            </a:pPr>
            <a:r>
              <a:rPr sz="1500" b="0">
                <a:solidFill>
                  <a:srgbClr val="2D4663"/>
                </a:solidFill>
                <a:latin typeface="Hiragino Sans GB"/>
                <a:ea typeface="Hiragino Sans GB"/>
                <a:cs typeface="Hiragino Sans GB"/>
              </a:rPr>
              <a:t>队列同时限制条数和字节数。</a:t>
            </a:r>
          </a:p>
          <a:p xmlns:a="http://schemas.openxmlformats.org/drawingml/2006/main">
            <a:pPr algn="l">
              <a:defRPr sz="1500" b="0">
                <a:solidFill>
                  <a:srgbClr val="2D4663"/>
                </a:solidFill>
                <a:latin typeface="Hiragino Sans GB"/>
                <a:ea typeface="Hiragino Sans GB"/>
                <a:cs typeface="Hiragino Sans GB"/>
              </a:defRPr>
            </a:pPr>
            <a:r>
              <a:rPr sz="1500" b="0">
                <a:solidFill>
                  <a:srgbClr val="2D4663"/>
                </a:solidFill>
                <a:latin typeface="Hiragino Sans GB"/>
                <a:ea typeface="Hiragino Sans GB"/>
                <a:cs typeface="Hiragino Sans GB"/>
              </a:rPr>
              <a:t>最多P个任务同时处理，限制JSON层数。</a:t>
            </a:r>
          </a:p>
          <a:p xmlns:a="http://schemas.openxmlformats.org/drawingml/2006/main">
            <a:pPr algn="l">
              <a:defRPr sz="1500" b="0">
                <a:solidFill>
                  <a:srgbClr val="2D4663"/>
                </a:solidFill>
                <a:latin typeface="Hiragino Sans GB"/>
                <a:ea typeface="Hiragino Sans GB"/>
                <a:cs typeface="Hiragino Sans GB"/>
              </a:defRPr>
            </a:pPr>
            <a:r>
              <a:rPr sz="1500" b="0">
                <a:solidFill>
                  <a:srgbClr val="2D4663"/>
                </a:solidFill>
                <a:latin typeface="Hiragino Sans GB"/>
                <a:ea typeface="Hiragino Sans GB"/>
                <a:cs typeface="Hiragino Sans GB"/>
              </a:rPr>
              <a:t>正文和编码副本都计入内存上限。</a:t>
            </a:r>
          </a:p>
        </p:txBody>
      </p:sp>
      <p:sp>
        <p:nvSpPr>
          <p:cNvPr id="155" name="text-154">
            <a:extLst xmlns:a="http://schemas.openxmlformats.org/drawingml/2006/main">
              <a:ext uri="{FF2B5EF4-FFF2-40B4-BE49-F238E27FC236}">
                <a16:creationId xmlns:a16="http://schemas.microsoft.com/office/drawing/2014/main" id="{C6461271-E4BD-4EB4-B1BA-163931ACFE40}"/>
              </a:ext>
            </a:extLst>
          </p:cNvPr>
          <p:cNvSpPr>
            <a:spLocks xmlns:a="http://schemas.openxmlformats.org/drawingml/2006/main" noGrp="1"/>
          </p:cNvSpPr>
          <p:nvPr/>
        </p:nvSpPr>
        <p:spPr>
          <a:xfrm xmlns:a="http://schemas.openxmlformats.org/drawingml/2006/main">
            <a:off x="10668000" y="6715125"/>
            <a:ext cx="4048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1">
                <a:solidFill>
                  <a:srgbClr val="2166B0"/>
                </a:solidFill>
                <a:latin typeface="Hiragino Sans GB"/>
                <a:ea typeface="Hiragino Sans GB"/>
                <a:cs typeface="Hiragino Sans GB"/>
              </a:defRPr>
            </a:pPr>
            <a:r>
              <a:rPr sz="1800" b="1">
                <a:solidFill>
                  <a:srgbClr val="2166B0"/>
                </a:solidFill>
                <a:latin typeface="Hiragino Sans GB"/>
                <a:ea typeface="Hiragino Sans GB"/>
                <a:cs typeface="Hiragino Sans GB"/>
              </a:rPr>
              <a:t>05  积压先暂停，超限明确报错</a:t>
            </a:r>
          </a:p>
        </p:txBody>
      </p:sp>
      <p:sp>
        <p:nvSpPr>
          <p:cNvPr id="156" name="text-155">
            <a:extLst xmlns:a="http://schemas.openxmlformats.org/drawingml/2006/main">
              <a:ext uri="{FF2B5EF4-FFF2-40B4-BE49-F238E27FC236}">
                <a16:creationId xmlns:a16="http://schemas.microsoft.com/office/drawing/2014/main" id="{33E27068-CAC2-45FC-8683-1345C8DC85F6}"/>
              </a:ext>
            </a:extLst>
          </p:cNvPr>
          <p:cNvSpPr>
            <a:spLocks xmlns:a="http://schemas.openxmlformats.org/drawingml/2006/main" noGrp="1"/>
          </p:cNvSpPr>
          <p:nvPr/>
        </p:nvSpPr>
        <p:spPr>
          <a:xfrm xmlns:a="http://schemas.openxmlformats.org/drawingml/2006/main">
            <a:off x="10668000" y="7048500"/>
            <a:ext cx="4048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2D4663"/>
                </a:solidFill>
                <a:latin typeface="Hiragino Sans GB"/>
                <a:ea typeface="Hiragino Sans GB"/>
                <a:cs typeface="Hiragino Sans GB"/>
              </a:defRPr>
            </a:pPr>
            <a:r>
              <a:rPr sz="1500" b="0">
                <a:solidFill>
                  <a:srgbClr val="2D4663"/>
                </a:solidFill>
                <a:latin typeface="Hiragino Sans GB"/>
                <a:ea typeface="Hiragino Sans GB"/>
                <a:cs typeface="Hiragino Sans GB"/>
              </a:rPr>
              <a:t>队列接近上限时暂停接收，减少后恢复。</a:t>
            </a:r>
          </a:p>
          <a:p xmlns:a="http://schemas.openxmlformats.org/drawingml/2006/main">
            <a:pPr algn="l">
              <a:defRPr sz="1500" b="0">
                <a:solidFill>
                  <a:srgbClr val="2D4663"/>
                </a:solidFill>
                <a:latin typeface="Hiragino Sans GB"/>
                <a:ea typeface="Hiragino Sans GB"/>
                <a:cs typeface="Hiragino Sans GB"/>
              </a:defRPr>
            </a:pPr>
            <a:r>
              <a:rPr sz="1500" b="0">
                <a:solidFill>
                  <a:srgbClr val="2D4663"/>
                </a:solidFill>
                <a:latin typeface="Hiragino Sans GB"/>
                <a:ea typeface="Hiragino Sans GB"/>
                <a:cs typeface="Hiragino Sans GB"/>
              </a:rPr>
              <a:t>超过上限或暂停太久，停止本次调用。</a:t>
            </a:r>
          </a:p>
          <a:p xmlns:a="http://schemas.openxmlformats.org/drawingml/2006/main">
            <a:pPr algn="l">
              <a:defRPr sz="1500" b="0">
                <a:solidFill>
                  <a:srgbClr val="2D4663"/>
                </a:solidFill>
                <a:latin typeface="Hiragino Sans GB"/>
                <a:ea typeface="Hiragino Sans GB"/>
                <a:cs typeface="Hiragino Sans GB"/>
              </a:defRPr>
            </a:pPr>
            <a:r>
              <a:rPr sz="1500" b="0">
                <a:solidFill>
                  <a:srgbClr val="2D4663"/>
                </a:solidFill>
                <a:latin typeface="Hiragino Sans GB"/>
                <a:ea typeface="Hiragino Sans GB"/>
                <a:cs typeface="Hiragino Sans GB"/>
              </a:rPr>
              <a:t>不丢帧、不截断后再向前端报告成功。</a:t>
            </a:r>
          </a:p>
        </p:txBody>
      </p:sp>
      <p:sp>
        <p:nvSpPr>
          <p:cNvPr id="157" name="line-156">
            <a:extLst xmlns:a="http://schemas.openxmlformats.org/drawingml/2006/main">
              <a:ext uri="{FF2B5EF4-FFF2-40B4-BE49-F238E27FC236}">
                <a16:creationId xmlns:a16="http://schemas.microsoft.com/office/drawing/2014/main" id="{77A3C610-FEF0-427C-AAB3-2BD74D64D287}"/>
              </a:ext>
            </a:extLst>
          </p:cNvPr>
          <p:cNvSpPr>
            <a:spLocks xmlns:a="http://schemas.openxmlformats.org/drawingml/2006/main" noGrp="1"/>
          </p:cNvSpPr>
          <p:nvPr/>
        </p:nvSpPr>
        <p:spPr>
          <a:xfrm xmlns:a="http://schemas.openxmlformats.org/drawingml/2006/main">
            <a:off x="523875" y="7800975"/>
            <a:ext cx="14192250" cy="0"/>
          </a:xfrm>
          <a:prstGeom xmlns:a="http://schemas.openxmlformats.org/drawingml/2006/main" prst="line">
            <a:avLst/>
          </a:prstGeom>
          <a:noFill xmlns:a="http://schemas.openxmlformats.org/drawingml/2006/main"/>
          <a:ln xmlns:a="http://schemas.openxmlformats.org/drawingml/2006/main" w="14288">
            <a:solidFill>
              <a:srgbClr val="B9CEE5"/>
            </a:solidFill>
            <a:prstDash val="solid"/>
          </a:ln>
        </p:spPr>
      </p:sp>
      <p:sp>
        <p:nvSpPr>
          <p:cNvPr id="158" name="text-157">
            <a:extLst xmlns:a="http://schemas.openxmlformats.org/drawingml/2006/main">
              <a:ext uri="{FF2B5EF4-FFF2-40B4-BE49-F238E27FC236}">
                <a16:creationId xmlns:a16="http://schemas.microsoft.com/office/drawing/2014/main" id="{5F4C809D-3D9F-4B19-9EDC-34561F4E6E39}"/>
              </a:ext>
            </a:extLst>
          </p:cNvPr>
          <p:cNvSpPr>
            <a:spLocks xmlns:a="http://schemas.openxmlformats.org/drawingml/2006/main" noGrp="1"/>
          </p:cNvSpPr>
          <p:nvPr/>
        </p:nvSpPr>
        <p:spPr>
          <a:xfrm xmlns:a="http://schemas.openxmlformats.org/drawingml/2006/main">
            <a:off x="533400" y="7877175"/>
            <a:ext cx="14182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163A63"/>
                </a:solidFill>
                <a:latin typeface="Hiragino Sans GB"/>
                <a:ea typeface="Hiragino Sans GB"/>
                <a:cs typeface="Hiragino Sans GB"/>
              </a:defRPr>
            </a:pPr>
            <a:r>
              <a:rPr sz="1500" b="0">
                <a:solidFill>
                  <a:srgbClr val="163A63"/>
                </a:solidFill>
                <a:latin typeface="Hiragino Sans GB"/>
                <a:ea typeface="Hiragino Sans GB"/>
                <a:cs typeface="Hiragino Sans GB"/>
              </a:rPr>
              <a:t>下游协议：三方确认帧大小、发送速度、JSON结构和任务时限并联测。符合约定却被误拒，由本方修复。</a:t>
            </a:r>
          </a:p>
        </p:txBody>
      </p:sp>
      <p:sp>
        <p:nvSpPr>
          <p:cNvPr id="159" name="text-158">
            <a:extLst xmlns:a="http://schemas.openxmlformats.org/drawingml/2006/main">
              <a:ext uri="{FF2B5EF4-FFF2-40B4-BE49-F238E27FC236}">
                <a16:creationId xmlns:a16="http://schemas.microsoft.com/office/drawing/2014/main" id="{83EA061B-6742-42C1-BDEA-9D18717BAEF6}"/>
              </a:ext>
            </a:extLst>
          </p:cNvPr>
          <p:cNvSpPr>
            <a:spLocks xmlns:a="http://schemas.openxmlformats.org/drawingml/2006/main" noGrp="1"/>
          </p:cNvSpPr>
          <p:nvPr/>
        </p:nvSpPr>
        <p:spPr>
          <a:xfrm xmlns:a="http://schemas.openxmlformats.org/drawingml/2006/main">
            <a:off x="533400" y="8220075"/>
            <a:ext cx="1418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647D99"/>
                </a:solidFill>
                <a:latin typeface="Hiragino Sans GB"/>
                <a:ea typeface="Hiragino Sans GB"/>
                <a:cs typeface="Hiragino Sans GB"/>
              </a:defRPr>
            </a:pPr>
            <a:r>
              <a:rPr sz="1425" b="0">
                <a:solidFill>
                  <a:srgbClr val="647D99"/>
                </a:solidFill>
                <a:latin typeface="Hiragino Sans GB"/>
                <a:ea typeface="Hiragino Sans GB"/>
                <a:cs typeface="Hiragino Sans GB"/>
              </a:rPr>
              <a:t>待补充：查询远端任务状态、确认取消是否成功。连接结束不代表远端任务停止。FULL / no-store规则不变。</a:t>
            </a:r>
          </a:p>
        </p:txBody>
      </p:sp>
    </p:spTree>
    <p:extLst>
      <p:ext uri="{BB962C8B-B14F-4D97-AF65-F5344CB8AC3E}">
        <p14:creationId xmlns:p14="http://schemas.microsoft.com/office/powerpoint/2010/main" val="14767993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2026-09-27T16:01:49.2380000Z</dcterms:created>
  <dcterms:modified xsi:type="dcterms:W3CDTF">2026-09-27T16:01:49.2380000Z</dcterms:modified>
</coreProperties>
</file>