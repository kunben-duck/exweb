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6a80f2c214d19" /><Relationship Type="http://schemas.openxmlformats.org/officeDocument/2006/relationships/extended-properties" Target="/docProps/app.xml" Id="R1e31655ffc1c433c" /><Relationship Type="http://schemas.openxmlformats.org/officeDocument/2006/relationships/officeDocument" Target="/ppt/presentation.xml" Id="Rebcdcd756b324d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050475c364c29"/>
  </p:sldMasterIdLst>
  <p:notesMasterIdLst>
    <p:notesMasterId xmlns:r="http://schemas.openxmlformats.org/officeDocument/2006/relationships" r:id="R01c7054cacdb48af"/>
  </p:notesMasterIdLst>
  <p:sldIdLst>
    <p:sldId xmlns:r="http://schemas.openxmlformats.org/officeDocument/2006/relationships" id="256" r:id="Rb015bcad5537471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24fae37864260" /><Relationship Type="http://schemas.openxmlformats.org/officeDocument/2006/relationships/slideMaster" Target="/ppt/slideMasters/slideMaster1.xml" Id="R9cb050475c364c29" /><Relationship Type="http://schemas.openxmlformats.org/officeDocument/2006/relationships/notesMaster" Target="/ppt/notesMasters/notesMaster1.xml" Id="R01c7054cacdb48af" /><Relationship Type="http://schemas.openxmlformats.org/officeDocument/2006/relationships/presProps" Target="/ppt/presProps.xml" Id="Ref5eb1457fd5489f" /><Relationship Type="http://schemas.openxmlformats.org/officeDocument/2006/relationships/tableStyles" Target="/ppt/tableStyles.xml" Id="Rb3bb67cb0b104980" /><Relationship Type="http://schemas.openxmlformats.org/officeDocument/2006/relationships/slide" Target="/ppt/slides/slide1.xml" Id="Rb015bcad553747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5808f97ed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e1f76d88a4fad" /><Relationship Type="http://schemas.openxmlformats.org/officeDocument/2006/relationships/notesMaster" Target="/ppt/notesMasters/notesMaster1.xml" Id="Rbd694d67d5e349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压测方案与验收指标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一、目标、来源及范围</a:t>
            </a:r>
          </a:p>
          <a:p xmlns:a="http://schemas.openxmlformats.org/drawingml/2006/main">
            <a:r>
              <a:t>本页依据用户确认的目标设计：目标对象是拆分后的服务集群，500个实际活跃Run与普通接口合计300+ QPS必须同时达标。预估用户14,000、当前日UV 200+、日提问900+仅为业务和数据规模背景，不用日均值推导峰值。本轮仅制作方案PPT，尚未执行压测，所有数字均为目标或建议，不是实测结论。</a:t>
            </a:r>
          </a:p>
          <a:p xmlns:a="http://schemas.openxmlformats.org/drawingml/2006/main">
            <a:r>
              <a:t>参考仓库：docs/performance-testing-guide.md；docs/architecture/high-availability/README.md、tests.md及scenarios.md。旧压测指导中的99.9%或0.1%错误率不用于本轮成功率验收。</a:t>
            </a:r>
          </a:p>
          <a:p xmlns:a="http://schemas.openxmlformats.org/drawingml/2006/main">
            <a:r>
              <a:t>负载方法参考：https://docs.gatling.io/testing-concepts/workload-models/ 与 https://docs.gatling.io/reference/script/websocket/ ，查阅于2026-09-28。普通HTTP采用固定到达率；流式保持目标活跃Run时同步记录新提问到达、准入、完成速率，并补充固定到达率测试，以揭示服务变慢后的真实积压。Gatling用户数不能直接当作活跃Run数，运行数须以客户端与服务端实际状态交叉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二、目标调用与环境</a:t>
            </a:r>
          </a:p>
          <a:p xmlns:a="http://schemas.openxmlformats.org/drawingml/2006/main">
            <a:r>
              <a:t>普通HTTP和Resume/SSE：压测机→ALB→saas gateway→ChatService，非关键查询经同一入口到agentService。WebSocket：压测机→ALB→ChatService，不经过saas gateway。ChatService→toolService→DomainAgent；ChatService→ADS relayService→MCP→toolService；ChatService通过沙箱调度器创建LF Relay，再直接调用LF Relay，LF Relay经MCP调用toolService。为控制单页图复杂度，创建沙箱的控制链在图中省略，LF执行链仍纳入测试。adminService承担独立管理面背景负载，不画成聊天必经服务。Chat、tool、agent、admin及ADS Relay共享数据资源，按服务分别记录DB与Redis连接预算，LF不假定直接访问共享数据库。</a:t>
            </a:r>
          </a:p>
          <a:p xmlns:a="http://schemas.openxmlformats.org/drawingml/2006/main">
            <a:r>
              <a:t>压测机、模拟器、应用和中间件分开提供资源，确认发生器与模拟器不是瓶颈。使用隔离测试环境和专用合成数据。开始前锁定镜像/配置版本、实例数量和规格、JVM与连接池配置、openGauss与Redis真实拓扑、下游配额和有效限流参数；按生产对应拓扑验证。真实下游需联合确认时间窗、配额和停止联系人。当前默认许可不代表已支持500并发，保护性拒绝在正式目标负载下仍计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三、负载与数据模型</a:t>
            </a:r>
          </a:p>
          <a:p xmlns:a="http://schemas.openxmlformats.org/drawingml/2006/main">
            <a:r>
              <a:t>普通接口以固定请求比例覆盖会话列表、历史、状态、技能查询和文档元数据，分别验证冷/热缓存和长历史。300+ QPS指外部普通业务请求，不把事件帧、心跳、内部调用或自动重试计入成功吞吐。创建Run吞吐另报，不能以300次创建Run/秒替代本指标。发布后的实际比例在执行前冻结并写入报告。</a:t>
            </a:r>
          </a:p>
          <a:p xmlns:a="http://schemas.openxmlformats.org/drawingml/2006/main">
            <a:r>
              <a:t>流式按直连DomainAgent、意图命中Agent、Intent无匹配后Relay，以及FULL/no-store分组测试。正常完成必须读完整正文与业务终态。示例采用平均60秒、每Run每秒10帧：500/60约8.3次新提问/秒；500×10=5000帧/秒。这是用于解释压力的模型，不是生产时长或容量承诺。帧大小、长正文和历史数据量也必须固定记录。</a:t>
            </a:r>
          </a:p>
          <a:p xmlns:a="http://schemas.openxmlformats.org/drawingml/2006/main">
            <a:r>
              <a:t>WS分别测试空闲连接、活跃消费、慢消费和集中重连；Resume单独测历史补读与实时衔接，不能把500个在线连接当作500个活跃Run。测试慢响应、大帧、高频帧、长正文及恢复期间积压。异步长任务单独统计挂起规模、回调吞吐、取消和最终结果可见性，不把挂起任务当作持续占用流连接的500并发。</a:t>
            </a:r>
          </a:p>
          <a:p xmlns:a="http://schemas.openxmlformats.org/drawingml/2006/main">
            <a:r>
              <a:t>先用可控下游测试平台容量，再使用真实测试Agent、intentService和MaaS验证端到端效果，分别给出两份结果。模拟器不能替代真实下游验收，真实链路自然发生的依赖故障仍计入成功率。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四、成功率与延迟</a:t>
            </a:r>
          </a:p>
          <a:p xmlns:a="http://schemas.openxmlformats.org/drawingml/2006/main">
            <a:r>
              <a:t>会话等于一次逻辑提问。分母为测量期内发起的合法提问，包含未准入和失败请求；分子为在约定期限内完成、客户端收到完整预期结果的提问。准入失败、流内错误、超时、不可恢复断流或结果不完整均计失败。不能只选已受理或测量期内已完成的Run计算分母，停止施压后继续追踪整批样本，超时计失败，未决样本不判通过。重试保留原始错误和尝试数，不制造新的成功提问样本。</a:t>
            </a:r>
          </a:p>
          <a:p xmlns:a="http://schemas.openxmlformats.org/drawingml/2006/main">
            <a:r>
              <a:t>接口成功率分子为约定期限内状态码、业务结果及完整响应均正确的合法HTTP请求，分母为合法请求总数。网关错误、系统过载拒绝、依赖错误和超时均计失败，标注故障来源。HTTP 200、WS Upgrade和run.started只证明相应阶段，不能作为整个提问完成。WS握手与控制消息另报成功率。</a:t>
            </a:r>
          </a:p>
          <a:p xmlns:a="http://schemas.openxmlformats.org/drawingml/2006/main">
            <a:r>
              <a:t>主动取消、澄清和预期业务拒绝按测试前冻结的场景和预期状态分别验证，不在测试后随意调整分母。按接口、路由、留存模式及每个测试窗口分组报告，不用大量廉价查询掩盖关键路径失败。FULL核对持久事件与客户端结果；no-store使用确定性模拟输出与接收摘要核对，真实下游验证预期结果的完整性。全局sequence可能不连续，不能机械用seq+1判定事件丢失。</a:t>
            </a:r>
          </a:p>
          <a:p xmlns:a="http://schemas.openxmlformats.org/drawingml/2006/main">
            <a:r>
              <a:t>两项成功率均严格大于99.95%。恰好10,000个有效样本最多4次失败，5次失败正好99.95%不达标。N变化时按实际比例重新计算，不把4次固定成任意样本量阈值。保存有效样本量、失败数、成功率及相应置信信息，有限样本压测通过不证明长期生产SLO。</a:t>
            </a:r>
          </a:p>
          <a:p xmlns:a="http://schemas.openxmlformats.org/drawingml/2006/main">
            <a:r>
              <a:t>普通查询建议P95≤300ms/P99≤1s，Run受理建议P95≤1s/P99≤2s；均从客户端发送到收到并解析完整响应。首有效业务响应建议普通流P95≤5s，从发起提问至收到实际正文、有效交互或真实任务进展，排除心跳、空帧和仅run.started。Agent完成期限按任务类别及双方契约签认，无统一短时限套用数小时任务。挂起确认与最终完成分别记录。Stop本地状态收口建议P95≤3s，远端停止确认与真实资源释放分别记录。未给出的P99和恢复期限由对应契约签认，不宣称已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五、阶段与验收</a:t>
            </a:r>
          </a:p>
          <a:p xmlns:a="http://schemas.openxmlformats.org/drawingml/2006/main">
            <a:r>
              <a:t>阶段1：单实例摸底并寻找资源拐点，不把单实例峰值直接线性放大为集群容量。阶段2：100/250/500实际活跃Run，普通请求同步升到60/150/300 QPS。阶段3：目标混压500 Run＋300 QPS，30分钟一轮、重复3轮；有效提问样本不足10,000时延长观察。每轮分别判定，汇总不能掩盖某轮不达标。阶段4：目标混合负载保持8小时，检查资源和结果状态，长异步任务继续观察到期限内终结。</a:t>
            </a:r>
          </a:p>
          <a:p xmlns:a="http://schemas.openxmlformats.org/drawingml/2006/main">
            <a:r>
              <a:t>阶段5：前序通过后探索150%目标负载，单独报告保护性拒绝和恢复，不当作额外承诺容量。单独注入慢下游、重连、DB等待和Redis异常，检查正常聊天、Stop与恢复后资源回落。受控故障注入的恢复指标单独报告，正常稳态中的自然故障仍计失败；生产可用率不得排除真实依赖故障。</a:t>
            </a:r>
          </a:p>
          <a:p xmlns:a="http://schemas.openxmlformats.org/drawingml/2006/main">
            <a:r>
              <a:t>资源建议：稳态CPU均值≤70%，容器RSS≤内存限额85%；同步观察CPU节流、GC后堆、直接/本地内存、GC停顿、线程、FD、连接池、队列条数/字节和任务残留。DB观察池等待、SQL和锁，Redis观察延迟、发布与重订阅积压，下游观察并发、连接、帧速、字节速、超时和重试。无OOM、重启、死锁及持续积压；故障撤销、降载后资源须回落，具体恢复期限在执行前签认。</a:t>
            </a:r>
          </a:p>
          <a:p xmlns:a="http://schemas.openxmlformats.org/drawingml/2006/main">
            <a:r>
              <a:t>出现OOM、重启、死锁、数据异常、观察流失效或资源越过签认停止线时终止升压，保存线程/GC/JFR、数据库和Redis证据，撤销故障并核对残留。超时错误已返回不代表连接或后台任务已经退出。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bde04d577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86187f01c4f50" /><Relationship Type="http://schemas.openxmlformats.org/officeDocument/2006/relationships/slideLayout" Target="/ppt/slideLayouts/slideLayout1.xml" Id="R836381f0a41241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381f0a41241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f4dfc72334ef5" /><Relationship Type="http://schemas.openxmlformats.org/officeDocument/2006/relationships/notesSlide" Target="/ppt/notesSlides/notesSlide1.xml" Id="R5eee8cf11fee46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9" name="text-0">
            <a:extLst xmlns:a="http://schemas.openxmlformats.org/drawingml/2006/main">
              <a:ext uri="{FF2B5EF4-FFF2-40B4-BE49-F238E27FC236}">
                <a16:creationId xmlns:a16="http://schemas.microsoft.com/office/drawing/2014/main" id="{DBA690E4-E6AF-4323-BD96-455D58E7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"/>
            <a:ext cx="857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压测方案与验收指标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3AD2CE-E5E1-4065-A29C-6EDB97F1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"/>
            <a:ext cx="4838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预计14,000用户（数据规模背景）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2863D2-6B3B-456A-B431-9DC2055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8175"/>
            <a:ext cx="483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当前日UV 200+，日提问900+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E52F92-2FB7-479B-9CC2-BFC43385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952500"/>
            <a:ext cx="1419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同时验收：500个进行中Run ＋ 普通接口合计300+ QPS</a:t>
            </a:r>
          </a:p>
        </p:txBody>
      </p:sp>
      <p:sp>
        <p:nvSpPr>
          <p:cNvPr id="5" name="line-4">
            <a:extLst xmlns:a="http://schemas.openxmlformats.org/drawingml/2006/main">
              <a:ext uri="{FF2B5EF4-FFF2-40B4-BE49-F238E27FC236}">
                <a16:creationId xmlns:a16="http://schemas.microsoft.com/office/drawing/2014/main" id="{758E9A37-69B7-41C4-B7B1-D1B5673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428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CEE5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DE4D8FF-0E60-47F6-8356-8365E2C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603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双路施压与全链路观测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EEA4233-8F4B-47C7-96A5-B8E75FA6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00200"/>
            <a:ext cx="3209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目标：拆分后的服务集群</a:t>
            </a:r>
          </a:p>
        </p:txBody>
      </p:sp>
      <p:sp>
        <p:nvSpPr>
          <p:cNvPr id="8" name="line-7">
            <a:extLst xmlns:a="http://schemas.openxmlformats.org/drawingml/2006/main">
              <a:ext uri="{FF2B5EF4-FFF2-40B4-BE49-F238E27FC236}">
                <a16:creationId xmlns:a16="http://schemas.microsoft.com/office/drawing/2014/main" id="{BB2DB3BE-7A53-4FD3-80C2-288BFC9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1562100"/>
            <a:ext cx="0" cy="542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9CEE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AD1C25A-FFAB-44EA-ACE3-8E2B8D94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621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正式验收目标</a:t>
            </a:r>
          </a:p>
        </p:txBody>
      </p:sp>
      <p:sp>
        <p:nvSpPr>
          <p:cNvPr id="10" name="glyph-roundRect-9">
            <a:extLst xmlns:a="http://schemas.openxmlformats.org/drawingml/2006/main">
              <a:ext uri="{FF2B5EF4-FFF2-40B4-BE49-F238E27FC236}">
                <a16:creationId xmlns:a16="http://schemas.microsoft.com/office/drawing/2014/main" id="{0FED4ABC-4710-47A3-9B67-7DF55385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4600"/>
            <a:ext cx="6286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1" name="line-10">
            <a:extLst xmlns:a="http://schemas.openxmlformats.org/drawingml/2006/main">
              <a:ext uri="{FF2B5EF4-FFF2-40B4-BE49-F238E27FC236}">
                <a16:creationId xmlns:a16="http://schemas.microsoft.com/office/drawing/2014/main" id="{EC4520A6-C3CF-4BDF-B438-D8070B1C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2890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3A63"/>
            </a:solidFill>
            <a:prstDash val="solid"/>
          </a:ln>
        </p:spPr>
      </p:sp>
      <p:sp>
        <p:nvSpPr>
          <p:cNvPr id="12" name="glyph-ellipse-11">
            <a:extLst xmlns:a="http://schemas.openxmlformats.org/drawingml/2006/main">
              <a:ext uri="{FF2B5EF4-FFF2-40B4-BE49-F238E27FC236}">
                <a16:creationId xmlns:a16="http://schemas.microsoft.com/office/drawing/2014/main" id="{6CC9A6A1-9CD5-4DBE-8DC6-09B2640F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622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" name="glyph-ellipse-12">
            <a:extLst xmlns:a="http://schemas.openxmlformats.org/drawingml/2006/main">
              <a:ext uri="{FF2B5EF4-FFF2-40B4-BE49-F238E27FC236}">
                <a16:creationId xmlns:a16="http://schemas.microsoft.com/office/drawing/2014/main" id="{EDA993BC-7949-478E-90D5-6F2B356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4" name="glyph-ellipse-13">
            <a:extLst xmlns:a="http://schemas.openxmlformats.org/drawingml/2006/main">
              <a:ext uri="{FF2B5EF4-FFF2-40B4-BE49-F238E27FC236}">
                <a16:creationId xmlns:a16="http://schemas.microsoft.com/office/drawing/2014/main" id="{3A121359-C59C-4BAB-A33F-466E800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5" name="shape-14">
            <a:extLst xmlns:a="http://schemas.openxmlformats.org/drawingml/2006/main">
              <a:ext uri="{FF2B5EF4-FFF2-40B4-BE49-F238E27FC236}">
                <a16:creationId xmlns:a16="http://schemas.microsoft.com/office/drawing/2014/main" id="{296D75DB-9514-43C6-8175-C5CE87EE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8" y="2711577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6" name="shape-15">
            <a:extLst xmlns:a="http://schemas.openxmlformats.org/drawingml/2006/main">
              <a:ext uri="{FF2B5EF4-FFF2-40B4-BE49-F238E27FC236}">
                <a16:creationId xmlns:a16="http://schemas.microsoft.com/office/drawing/2014/main" id="{C5EF29D6-39FA-4DB3-BBA9-C91C8250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50" y="278320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275" name=""/>
          <p:cNvCxnSpPr>
            <a:stCxn xmlns:a="http://schemas.openxmlformats.org/drawingml/2006/main" id="15" idx="1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743713" y="2716340"/>
            <a:ext cx="70676" cy="6686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8" name="line-17">
            <a:extLst xmlns:a="http://schemas.openxmlformats.org/drawingml/2006/main">
              <a:ext uri="{FF2B5EF4-FFF2-40B4-BE49-F238E27FC236}">
                <a16:creationId xmlns:a16="http://schemas.microsoft.com/office/drawing/2014/main" id="{69F43171-1480-4014-9D80-9E26220B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50" y="2783205"/>
            <a:ext cx="75438" cy="761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9" name="line-18">
            <a:extLst xmlns:a="http://schemas.openxmlformats.org/drawingml/2006/main">
              <a:ext uri="{FF2B5EF4-FFF2-40B4-BE49-F238E27FC236}">
                <a16:creationId xmlns:a16="http://schemas.microsoft.com/office/drawing/2014/main" id="{7D85A2C8-9B25-4A8F-A7CD-6A4AEF4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26" y="2711577"/>
            <a:ext cx="81724" cy="71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20" name="shape-19">
            <a:extLst xmlns:a="http://schemas.openxmlformats.org/drawingml/2006/main">
              <a:ext uri="{FF2B5EF4-FFF2-40B4-BE49-F238E27FC236}">
                <a16:creationId xmlns:a16="http://schemas.microsoft.com/office/drawing/2014/main" id="{717C21BA-0FD0-454D-8505-342573FB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51" y="278320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1" name="shape-20">
            <a:extLst xmlns:a="http://schemas.openxmlformats.org/drawingml/2006/main">
              <a:ext uri="{FF2B5EF4-FFF2-40B4-BE49-F238E27FC236}">
                <a16:creationId xmlns:a16="http://schemas.microsoft.com/office/drawing/2014/main" id="{38D08A4D-E47D-4182-8AA4-DDDA73E4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26" y="28593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280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131951" y="2787968"/>
            <a:ext cx="72200" cy="7610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3" name="shape-22">
            <a:extLst xmlns:a="http://schemas.openxmlformats.org/drawingml/2006/main">
              <a:ext uri="{FF2B5EF4-FFF2-40B4-BE49-F238E27FC236}">
                <a16:creationId xmlns:a16="http://schemas.microsoft.com/office/drawing/2014/main" id="{5AABAF7F-3B38-4BF6-8082-3F39AE5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" y="269367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4" name="shape-23">
            <a:extLst xmlns:a="http://schemas.openxmlformats.org/drawingml/2006/main">
              <a:ext uri="{FF2B5EF4-FFF2-40B4-BE49-F238E27FC236}">
                <a16:creationId xmlns:a16="http://schemas.microsoft.com/office/drawing/2014/main" id="{D1194238-3848-4EF3-88D2-76445DC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45" y="287274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28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932308" y="2703195"/>
            <a:ext cx="94297" cy="1695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B4B2DA82-1759-4A71-9752-B8F73126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独立压测机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E2BC1518-B69C-4D00-9A3A-3548A55F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Gatling</a:t>
            </a:r>
          </a:p>
        </p:txBody>
      </p:sp>
      <p:sp>
        <p:nvSpPr>
          <p:cNvPr id="28" name="glyph-hexagon-27">
            <a:extLst xmlns:a="http://schemas.openxmlformats.org/drawingml/2006/main">
              <a:ext uri="{FF2B5EF4-FFF2-40B4-BE49-F238E27FC236}">
                <a16:creationId xmlns:a16="http://schemas.microsoft.com/office/drawing/2014/main" id="{341522EC-04D2-4699-A8AE-4CF5EC8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514600"/>
            <a:ext cx="552450" cy="4381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5240">
            <a:solidFill>
              <a:srgbClr val="2166B0"/>
            </a:solidFill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2BFED749-B435-4077-B35F-BEB3EC39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098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ALB</a:t>
            </a:r>
          </a:p>
        </p:txBody>
      </p:sp>
      <p:sp>
        <p:nvSpPr>
          <p:cNvPr id="30" name="glyph-roundRect-29">
            <a:extLst xmlns:a="http://schemas.openxmlformats.org/drawingml/2006/main">
              <a:ext uri="{FF2B5EF4-FFF2-40B4-BE49-F238E27FC236}">
                <a16:creationId xmlns:a16="http://schemas.microsoft.com/office/drawing/2014/main" id="{E826ED12-6723-4CEF-B6F5-57C9106E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14600"/>
            <a:ext cx="457200" cy="4667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31" name="line-30">
            <a:extLst xmlns:a="http://schemas.openxmlformats.org/drawingml/2006/main">
              <a:ext uri="{FF2B5EF4-FFF2-40B4-BE49-F238E27FC236}">
                <a16:creationId xmlns:a16="http://schemas.microsoft.com/office/drawing/2014/main" id="{4E21ABBB-6E3A-48E5-8668-9726D3A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098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63"/>
            </a:solidFill>
            <a:prstDash val="solid"/>
          </a:ln>
        </p:spPr>
      </p:sp>
      <p:sp>
        <p:nvSpPr>
          <p:cNvPr id="32" name="line-31">
            <a:extLst xmlns:a="http://schemas.openxmlformats.org/drawingml/2006/main">
              <a:ext uri="{FF2B5EF4-FFF2-40B4-BE49-F238E27FC236}">
                <a16:creationId xmlns:a16="http://schemas.microsoft.com/office/drawing/2014/main" id="{845A701F-44A3-4223-B485-023696BA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6098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63"/>
            </a:solidFill>
            <a:prstDash val="solid"/>
          </a:ln>
        </p:spPr>
      </p:sp>
      <p:sp>
        <p:nvSpPr>
          <p:cNvPr id="33" name="line-32">
            <a:extLst xmlns:a="http://schemas.openxmlformats.org/drawingml/2006/main">
              <a:ext uri="{FF2B5EF4-FFF2-40B4-BE49-F238E27FC236}">
                <a16:creationId xmlns:a16="http://schemas.microsoft.com/office/drawing/2014/main" id="{AEE179CD-51FB-4A70-9094-784125C7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098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63"/>
            </a:solidFill>
            <a:prstDash val="solid"/>
          </a:ln>
        </p:spPr>
      </p:sp>
      <p:sp>
        <p:nvSpPr>
          <p:cNvPr id="34" name="shape-33">
            <a:extLst xmlns:a="http://schemas.openxmlformats.org/drawingml/2006/main">
              <a:ext uri="{FF2B5EF4-FFF2-40B4-BE49-F238E27FC236}">
                <a16:creationId xmlns:a16="http://schemas.microsoft.com/office/drawing/2014/main" id="{E4DB8BE3-C01F-422B-8A89-7EB180A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35" name="shape-34">
            <a:extLst xmlns:a="http://schemas.openxmlformats.org/drawingml/2006/main">
              <a:ext uri="{FF2B5EF4-FFF2-40B4-BE49-F238E27FC236}">
                <a16:creationId xmlns:a16="http://schemas.microsoft.com/office/drawing/2014/main" id="{3C1DBDCD-E0CC-440D-A967-561D8DE4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294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609975" y="276701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771E3552-DB14-43C7-B020-435738D0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1704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saas gateway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08E976B0-F228-4136-B5C4-7276B77A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528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SaaS统一网关</a:t>
            </a:r>
          </a:p>
        </p:txBody>
      </p:sp>
      <p:sp>
        <p:nvSpPr>
          <p:cNvPr id="39" name="glyph-roundRect-38">
            <a:extLst xmlns:a="http://schemas.openxmlformats.org/drawingml/2006/main">
              <a:ext uri="{FF2B5EF4-FFF2-40B4-BE49-F238E27FC236}">
                <a16:creationId xmlns:a16="http://schemas.microsoft.com/office/drawing/2014/main" id="{0A9C2727-9B6E-41D7-BEC6-A1A2775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390525" cy="44767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40" name="glyph-rect-39">
            <a:extLst xmlns:a="http://schemas.openxmlformats.org/drawingml/2006/main">
              <a:ext uri="{FF2B5EF4-FFF2-40B4-BE49-F238E27FC236}">
                <a16:creationId xmlns:a16="http://schemas.microsoft.com/office/drawing/2014/main" id="{1B7BDF47-A780-475F-BF4F-26BB972E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88" y="2586800"/>
            <a:ext cx="296799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1" name="glyph-ellipse-40">
            <a:extLst xmlns:a="http://schemas.openxmlformats.org/drawingml/2006/main">
              <a:ext uri="{FF2B5EF4-FFF2-40B4-BE49-F238E27FC236}">
                <a16:creationId xmlns:a16="http://schemas.microsoft.com/office/drawing/2014/main" id="{C70E90A8-B2AB-4250-9B18-653C75F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2609183"/>
            <a:ext cx="21479" cy="21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42" name="line-41">
            <a:extLst xmlns:a="http://schemas.openxmlformats.org/drawingml/2006/main">
              <a:ext uri="{FF2B5EF4-FFF2-40B4-BE49-F238E27FC236}">
                <a16:creationId xmlns:a16="http://schemas.microsoft.com/office/drawing/2014/main" id="{936F3589-DA1B-4DD3-ADF0-CB8BD6CC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551" y="2622613"/>
            <a:ext cx="1288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3" name="glyph-rect-42">
            <a:extLst xmlns:a="http://schemas.openxmlformats.org/drawingml/2006/main">
              <a:ext uri="{FF2B5EF4-FFF2-40B4-BE49-F238E27FC236}">
                <a16:creationId xmlns:a16="http://schemas.microsoft.com/office/drawing/2014/main" id="{A5790C31-4DE0-4F75-9396-6F0E3204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88" y="2698718"/>
            <a:ext cx="296799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4" name="glyph-ellipse-43">
            <a:extLst xmlns:a="http://schemas.openxmlformats.org/drawingml/2006/main">
              <a:ext uri="{FF2B5EF4-FFF2-40B4-BE49-F238E27FC236}">
                <a16:creationId xmlns:a16="http://schemas.microsoft.com/office/drawing/2014/main" id="{57EA1D5F-AA3B-44E4-B1BD-D06E8CB8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2721102"/>
            <a:ext cx="21479" cy="21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45" name="line-44">
            <a:extLst xmlns:a="http://schemas.openxmlformats.org/drawingml/2006/main">
              <a:ext uri="{FF2B5EF4-FFF2-40B4-BE49-F238E27FC236}">
                <a16:creationId xmlns:a16="http://schemas.microsoft.com/office/drawing/2014/main" id="{5B72DE82-D01B-4AB4-9269-F753F107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551" y="2734532"/>
            <a:ext cx="1288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6" name="glyph-rect-45">
            <a:extLst xmlns:a="http://schemas.openxmlformats.org/drawingml/2006/main">
              <a:ext uri="{FF2B5EF4-FFF2-40B4-BE49-F238E27FC236}">
                <a16:creationId xmlns:a16="http://schemas.microsoft.com/office/drawing/2014/main" id="{53C57930-706E-46DC-9EC6-D17E4ABE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88" y="2810637"/>
            <a:ext cx="296799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7" name="glyph-ellipse-46">
            <a:extLst xmlns:a="http://schemas.openxmlformats.org/drawingml/2006/main">
              <a:ext uri="{FF2B5EF4-FFF2-40B4-BE49-F238E27FC236}">
                <a16:creationId xmlns:a16="http://schemas.microsoft.com/office/drawing/2014/main" id="{3BB1D4BF-9885-4E3F-826B-996E1BA2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2833021"/>
            <a:ext cx="21479" cy="2147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48" name="line-47">
            <a:extLst xmlns:a="http://schemas.openxmlformats.org/drawingml/2006/main">
              <a:ext uri="{FF2B5EF4-FFF2-40B4-BE49-F238E27FC236}">
                <a16:creationId xmlns:a16="http://schemas.microsoft.com/office/drawing/2014/main" id="{1C24E3C0-4551-45DE-AA3B-EE01520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551" y="2846451"/>
            <a:ext cx="1288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2536A49F-D3B7-4512-B558-5E9DCCF6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ChatService</a:t>
            </a:r>
          </a:p>
        </p:txBody>
      </p:sp>
      <p:sp>
        <p:nvSpPr>
          <p:cNvPr id="50" name="glyph-roundRect-49">
            <a:extLst xmlns:a="http://schemas.openxmlformats.org/drawingml/2006/main">
              <a:ext uri="{FF2B5EF4-FFF2-40B4-BE49-F238E27FC236}">
                <a16:creationId xmlns:a16="http://schemas.microsoft.com/office/drawing/2014/main" id="{B9F2D956-CF81-4541-8F59-32A067B1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24125"/>
            <a:ext cx="381000" cy="44767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51" name="glyph-rect-50">
            <a:extLst xmlns:a="http://schemas.openxmlformats.org/drawingml/2006/main">
              <a:ext uri="{FF2B5EF4-FFF2-40B4-BE49-F238E27FC236}">
                <a16:creationId xmlns:a16="http://schemas.microsoft.com/office/drawing/2014/main" id="{0630FCF0-D032-411C-8612-C1DD5891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620" y="2586800"/>
            <a:ext cx="28956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52" name="glyph-ellipse-51">
            <a:extLst xmlns:a="http://schemas.openxmlformats.org/drawingml/2006/main">
              <a:ext uri="{FF2B5EF4-FFF2-40B4-BE49-F238E27FC236}">
                <a16:creationId xmlns:a16="http://schemas.microsoft.com/office/drawing/2014/main" id="{8757B8D7-48A4-4B45-84AE-81FE7644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183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3" name="line-52">
            <a:extLst xmlns:a="http://schemas.openxmlformats.org/drawingml/2006/main">
              <a:ext uri="{FF2B5EF4-FFF2-40B4-BE49-F238E27FC236}">
                <a16:creationId xmlns:a16="http://schemas.microsoft.com/office/drawing/2014/main" id="{5091DDD9-ADA1-458B-8CA2-92AAA226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730" y="2622613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4" name="glyph-rect-53">
            <a:extLst xmlns:a="http://schemas.openxmlformats.org/drawingml/2006/main">
              <a:ext uri="{FF2B5EF4-FFF2-40B4-BE49-F238E27FC236}">
                <a16:creationId xmlns:a16="http://schemas.microsoft.com/office/drawing/2014/main" id="{14F5F209-BF78-418D-AC0B-088C93BB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620" y="2698718"/>
            <a:ext cx="28956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55" name="glyph-ellipse-54">
            <a:extLst xmlns:a="http://schemas.openxmlformats.org/drawingml/2006/main">
              <a:ext uri="{FF2B5EF4-FFF2-40B4-BE49-F238E27FC236}">
                <a16:creationId xmlns:a16="http://schemas.microsoft.com/office/drawing/2014/main" id="{8F1456F5-928E-4887-AFB6-52215D10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1102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6" name="line-55">
            <a:extLst xmlns:a="http://schemas.openxmlformats.org/drawingml/2006/main">
              <a:ext uri="{FF2B5EF4-FFF2-40B4-BE49-F238E27FC236}">
                <a16:creationId xmlns:a16="http://schemas.microsoft.com/office/drawing/2014/main" id="{CA21C4DF-209D-419B-8D4E-52E15E8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730" y="2734532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7" name="glyph-rect-56">
            <a:extLst xmlns:a="http://schemas.openxmlformats.org/drawingml/2006/main">
              <a:ext uri="{FF2B5EF4-FFF2-40B4-BE49-F238E27FC236}">
                <a16:creationId xmlns:a16="http://schemas.microsoft.com/office/drawing/2014/main" id="{6E14414A-FEA5-4686-93E3-4F4498AB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620" y="2810637"/>
            <a:ext cx="289560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58" name="glyph-ellipse-57">
            <a:extLst xmlns:a="http://schemas.openxmlformats.org/drawingml/2006/main">
              <a:ext uri="{FF2B5EF4-FFF2-40B4-BE49-F238E27FC236}">
                <a16:creationId xmlns:a16="http://schemas.microsoft.com/office/drawing/2014/main" id="{1D26D97A-9255-4166-B5B3-304BC2A9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3021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9" name="line-58">
            <a:extLst xmlns:a="http://schemas.openxmlformats.org/drawingml/2006/main">
              <a:ext uri="{FF2B5EF4-FFF2-40B4-BE49-F238E27FC236}">
                <a16:creationId xmlns:a16="http://schemas.microsoft.com/office/drawing/2014/main" id="{C621BD4B-8C3E-4958-874A-B84B61EB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730" y="2846451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0BF8C966-8F2F-4BE3-A005-9E60A82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980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toolService</a:t>
            </a:r>
          </a:p>
        </p:txBody>
      </p:sp>
      <p:sp>
        <p:nvSpPr>
          <p:cNvPr id="61" name="glyph-cloud-60">
            <a:extLst xmlns:a="http://schemas.openxmlformats.org/drawingml/2006/main">
              <a:ext uri="{FF2B5EF4-FFF2-40B4-BE49-F238E27FC236}">
                <a16:creationId xmlns:a16="http://schemas.microsoft.com/office/drawing/2014/main" id="{AC8B08F1-CC9C-48FF-8105-4EE0E91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752475" cy="4953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62" name="text-61">
            <a:extLst xmlns:a="http://schemas.openxmlformats.org/drawingml/2006/main">
              <a:ext uri="{FF2B5EF4-FFF2-40B4-BE49-F238E27FC236}">
                <a16:creationId xmlns:a16="http://schemas.microsoft.com/office/drawing/2014/main" id="{9961F09E-CB5A-4640-9357-695A783C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47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API</a:t>
            </a:r>
          </a:p>
        </p:txBody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3D0BA4F3-EF9E-4FB1-8431-E597ADA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DomainAgent</a:t>
            </a:r>
          </a:p>
        </p:txBody>
      </p:sp>
      <p:sp>
        <p:nvSpPr>
          <p:cNvPr id="64" name="shape-63">
            <a:extLst xmlns:a="http://schemas.openxmlformats.org/drawingml/2006/main">
              <a:ext uri="{FF2B5EF4-FFF2-40B4-BE49-F238E27FC236}">
                <a16:creationId xmlns:a16="http://schemas.microsoft.com/office/drawing/2014/main" id="{4C42B605-3B22-43B6-BB55-33E19BA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5" name="shape-64">
            <a:extLst xmlns:a="http://schemas.openxmlformats.org/drawingml/2006/main">
              <a:ext uri="{FF2B5EF4-FFF2-40B4-BE49-F238E27FC236}">
                <a16:creationId xmlns:a16="http://schemas.microsoft.com/office/drawing/2014/main" id="{5DA6B892-BB8A-4BD0-A3E1-EECB8DF2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24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1295400" y="27479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67" name="shape-66">
            <a:extLst xmlns:a="http://schemas.openxmlformats.org/drawingml/2006/main">
              <a:ext uri="{FF2B5EF4-FFF2-40B4-BE49-F238E27FC236}">
                <a16:creationId xmlns:a16="http://schemas.microsoft.com/office/drawing/2014/main" id="{E0965099-A00C-454D-8357-0D3B11C0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8" name="shape-67">
            <a:extLst xmlns:a="http://schemas.openxmlformats.org/drawingml/2006/main">
              <a:ext uri="{FF2B5EF4-FFF2-40B4-BE49-F238E27FC236}">
                <a16:creationId xmlns:a16="http://schemas.microsoft.com/office/drawing/2014/main" id="{4EE2059B-56E6-4FB5-9A55-9E208461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2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2667000" y="274796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70" name="shape-69">
            <a:extLst xmlns:a="http://schemas.openxmlformats.org/drawingml/2006/main">
              <a:ext uri="{FF2B5EF4-FFF2-40B4-BE49-F238E27FC236}">
                <a16:creationId xmlns:a16="http://schemas.microsoft.com/office/drawing/2014/main" id="{86AC60FD-64A7-49B1-817F-919673E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71" name="shape-70">
            <a:extLst xmlns:a="http://schemas.openxmlformats.org/drawingml/2006/main">
              <a:ext uri="{FF2B5EF4-FFF2-40B4-BE49-F238E27FC236}">
                <a16:creationId xmlns:a16="http://schemas.microsoft.com/office/drawing/2014/main" id="{1AEC3FB4-EC9C-4E66-972A-EFB01D1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30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4019550" y="2747963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73" name="shape-72">
            <a:extLst xmlns:a="http://schemas.openxmlformats.org/drawingml/2006/main">
              <a:ext uri="{FF2B5EF4-FFF2-40B4-BE49-F238E27FC236}">
                <a16:creationId xmlns:a16="http://schemas.microsoft.com/office/drawing/2014/main" id="{04D00379-1DEF-42BB-BBA4-F24F5C5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74" name="shape-73">
            <a:extLst xmlns:a="http://schemas.openxmlformats.org/drawingml/2006/main">
              <a:ext uri="{FF2B5EF4-FFF2-40B4-BE49-F238E27FC236}">
                <a16:creationId xmlns:a16="http://schemas.microsoft.com/office/drawing/2014/main" id="{0150CF2B-09D9-476D-AFE2-786B1F7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33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5781675" y="2747963"/>
            <a:ext cx="18002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76" name="text-75">
            <a:extLst xmlns:a="http://schemas.openxmlformats.org/drawingml/2006/main">
              <a:ext uri="{FF2B5EF4-FFF2-40B4-BE49-F238E27FC236}">
                <a16:creationId xmlns:a16="http://schemas.microsoft.com/office/drawing/2014/main" id="{EEB99FE1-012C-404D-9528-80651F57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670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chat / skillId</a:t>
            </a:r>
          </a:p>
        </p:txBody>
      </p:sp>
      <p:sp>
        <p:nvSpPr>
          <p:cNvPr id="77" name="shape-76">
            <a:extLst xmlns:a="http://schemas.openxmlformats.org/drawingml/2006/main">
              <a:ext uri="{FF2B5EF4-FFF2-40B4-BE49-F238E27FC236}">
                <a16:creationId xmlns:a16="http://schemas.microsoft.com/office/drawing/2014/main" id="{02D2D9D7-95E1-454A-908C-949DC8D9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78" name="shape-77">
            <a:extLst xmlns:a="http://schemas.openxmlformats.org/drawingml/2006/main">
              <a:ext uri="{FF2B5EF4-FFF2-40B4-BE49-F238E27FC236}">
                <a16:creationId xmlns:a16="http://schemas.microsoft.com/office/drawing/2014/main" id="{C9B2D908-6F87-425F-9447-C165887F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43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37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7972425" y="2747963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80" name="shape-79">
            <a:extLst xmlns:a="http://schemas.openxmlformats.org/drawingml/2006/main">
              <a:ext uri="{FF2B5EF4-FFF2-40B4-BE49-F238E27FC236}">
                <a16:creationId xmlns:a16="http://schemas.microsoft.com/office/drawing/2014/main" id="{68F7395B-38CF-41B4-BD15-668E1E85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14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81" name="shape-80">
            <a:extLst xmlns:a="http://schemas.openxmlformats.org/drawingml/2006/main">
              <a:ext uri="{FF2B5EF4-FFF2-40B4-BE49-F238E27FC236}">
                <a16:creationId xmlns:a16="http://schemas.microsoft.com/office/drawing/2014/main" id="{B51C905D-D29B-4D02-ABE1-5CCE633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40" name=""/>
          <p:cNvCxnSpPr>
            <a:stCxn xmlns:a="http://schemas.openxmlformats.org/drawingml/2006/main" id="80" idx="0"/>
            <a:endCxn xmlns:a="http://schemas.openxmlformats.org/drawingml/2006/main" id="81" idx="2"/>
          </p:cNvCxnSpPr>
          <p:nvPr/>
        </p:nvCxnSpPr>
        <p:spPr>
          <a:xfrm xmlns:a="http://schemas.openxmlformats.org/drawingml/2006/main" flipV="1">
            <a:off x="2386013" y="21526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83" name="shape-82">
            <a:extLst xmlns:a="http://schemas.openxmlformats.org/drawingml/2006/main">
              <a:ext uri="{FF2B5EF4-FFF2-40B4-BE49-F238E27FC236}">
                <a16:creationId xmlns:a16="http://schemas.microsoft.com/office/drawing/2014/main" id="{5D21575E-E9AE-4B76-A3DA-8C29603C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84" name="shape-83">
            <a:extLst xmlns:a="http://schemas.openxmlformats.org/drawingml/2006/main">
              <a:ext uri="{FF2B5EF4-FFF2-40B4-BE49-F238E27FC236}">
                <a16:creationId xmlns:a16="http://schemas.microsoft.com/office/drawing/2014/main" id="{82020B60-59BE-4699-B1F5-E0A598E7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43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2390775" y="2147888"/>
            <a:ext cx="22098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86" name="shape-85">
            <a:extLst xmlns:a="http://schemas.openxmlformats.org/drawingml/2006/main">
              <a:ext uri="{FF2B5EF4-FFF2-40B4-BE49-F238E27FC236}">
                <a16:creationId xmlns:a16="http://schemas.microsoft.com/office/drawing/2014/main" id="{1B15BF17-BCB0-48D7-9AE2-DE7A9D9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87" name="shape-86">
            <a:extLst xmlns:a="http://schemas.openxmlformats.org/drawingml/2006/main">
              <a:ext uri="{FF2B5EF4-FFF2-40B4-BE49-F238E27FC236}">
                <a16:creationId xmlns:a16="http://schemas.microsoft.com/office/drawing/2014/main" id="{28B1D896-264E-486C-A4F9-D392C10B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46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4605338" y="21526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89" name="shape-88">
            <a:extLst xmlns:a="http://schemas.openxmlformats.org/drawingml/2006/main">
              <a:ext uri="{FF2B5EF4-FFF2-40B4-BE49-F238E27FC236}">
                <a16:creationId xmlns:a16="http://schemas.microsoft.com/office/drawing/2014/main" id="{F15FB119-9C76-43BB-A99A-413EEE4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90" name="shape-89">
            <a:extLst xmlns:a="http://schemas.openxmlformats.org/drawingml/2006/main">
              <a:ext uri="{FF2B5EF4-FFF2-40B4-BE49-F238E27FC236}">
                <a16:creationId xmlns:a16="http://schemas.microsoft.com/office/drawing/2014/main" id="{24FC71CE-4B34-4577-87DE-1D3F705A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49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4610100" y="2633663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92" name="text-91">
            <a:extLst xmlns:a="http://schemas.openxmlformats.org/drawingml/2006/main">
              <a:ext uri="{FF2B5EF4-FFF2-40B4-BE49-F238E27FC236}">
                <a16:creationId xmlns:a16="http://schemas.microsoft.com/office/drawing/2014/main" id="{6E905B95-F22D-431D-9E68-87BC78C5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764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WebSocket直连</a:t>
            </a:r>
          </a:p>
        </p:txBody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D68E92BA-6DFD-4694-80C8-B7E8184F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2383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HTTP / Resume</a:t>
            </a:r>
          </a:p>
        </p:txBody>
      </p:sp>
      <p:sp>
        <p:nvSpPr>
          <p:cNvPr id="94" name="glyph-roundRect-93">
            <a:extLst xmlns:a="http://schemas.openxmlformats.org/drawingml/2006/main">
              <a:ext uri="{FF2B5EF4-FFF2-40B4-BE49-F238E27FC236}">
                <a16:creationId xmlns:a16="http://schemas.microsoft.com/office/drawing/2014/main" id="{8B025257-F0E8-4D13-A37E-F539447E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371475" cy="4095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95" name="glyph-rect-94">
            <a:extLst xmlns:a="http://schemas.openxmlformats.org/drawingml/2006/main">
              <a:ext uri="{FF2B5EF4-FFF2-40B4-BE49-F238E27FC236}">
                <a16:creationId xmlns:a16="http://schemas.microsoft.com/office/drawing/2014/main" id="{EFD79B97-BDED-44E8-A233-043833D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027" y="3943541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96" name="glyph-ellipse-95">
            <a:extLst xmlns:a="http://schemas.openxmlformats.org/drawingml/2006/main">
              <a:ext uri="{FF2B5EF4-FFF2-40B4-BE49-F238E27FC236}">
                <a16:creationId xmlns:a16="http://schemas.microsoft.com/office/drawing/2014/main" id="{06CEAE24-D093-4CFB-9F8E-6C83F41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45" y="3964019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97" name="line-96">
            <a:extLst xmlns:a="http://schemas.openxmlformats.org/drawingml/2006/main">
              <a:ext uri="{FF2B5EF4-FFF2-40B4-BE49-F238E27FC236}">
                <a16:creationId xmlns:a16="http://schemas.microsoft.com/office/drawing/2014/main" id="{993D549E-4AAF-4AB1-B1C6-13780DF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184" y="3976307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98" name="glyph-rect-97">
            <a:extLst xmlns:a="http://schemas.openxmlformats.org/drawingml/2006/main">
              <a:ext uri="{FF2B5EF4-FFF2-40B4-BE49-F238E27FC236}">
                <a16:creationId xmlns:a16="http://schemas.microsoft.com/office/drawing/2014/main" id="{B5ACC4A0-5D31-472F-824D-9F8C2A62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027" y="4045934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99" name="glyph-ellipse-98">
            <a:extLst xmlns:a="http://schemas.openxmlformats.org/drawingml/2006/main">
              <a:ext uri="{FF2B5EF4-FFF2-40B4-BE49-F238E27FC236}">
                <a16:creationId xmlns:a16="http://schemas.microsoft.com/office/drawing/2014/main" id="{B6AD7AE7-982C-4332-9A4E-9D35280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45" y="4066413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0" name="line-99">
            <a:extLst xmlns:a="http://schemas.openxmlformats.org/drawingml/2006/main">
              <a:ext uri="{FF2B5EF4-FFF2-40B4-BE49-F238E27FC236}">
                <a16:creationId xmlns:a16="http://schemas.microsoft.com/office/drawing/2014/main" id="{FBC75914-966A-4F65-B35E-9AC2B5BC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184" y="4078700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01" name="glyph-rect-100">
            <a:extLst xmlns:a="http://schemas.openxmlformats.org/drawingml/2006/main">
              <a:ext uri="{FF2B5EF4-FFF2-40B4-BE49-F238E27FC236}">
                <a16:creationId xmlns:a16="http://schemas.microsoft.com/office/drawing/2014/main" id="{B7A13A46-5EDA-4A1A-B529-CA0D26B5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027" y="4148328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02" name="glyph-ellipse-101">
            <a:extLst xmlns:a="http://schemas.openxmlformats.org/drawingml/2006/main">
              <a:ext uri="{FF2B5EF4-FFF2-40B4-BE49-F238E27FC236}">
                <a16:creationId xmlns:a16="http://schemas.microsoft.com/office/drawing/2014/main" id="{67ABCAD3-C6E4-434E-8942-2B88EE0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745" y="4168807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3" name="line-102">
            <a:extLst xmlns:a="http://schemas.openxmlformats.org/drawingml/2006/main">
              <a:ext uri="{FF2B5EF4-FFF2-40B4-BE49-F238E27FC236}">
                <a16:creationId xmlns:a16="http://schemas.microsoft.com/office/drawing/2014/main" id="{9B064562-E7EB-4F34-ACE8-BF8F68A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184" y="4181094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04" name="shape-103">
            <a:extLst xmlns:a="http://schemas.openxmlformats.org/drawingml/2006/main">
              <a:ext uri="{FF2B5EF4-FFF2-40B4-BE49-F238E27FC236}">
                <a16:creationId xmlns:a16="http://schemas.microsoft.com/office/drawing/2014/main" id="{3DDEAD50-55C3-4CBB-A326-0610987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95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05" name="shape-104">
            <a:extLst xmlns:a="http://schemas.openxmlformats.org/drawingml/2006/main">
              <a:ext uri="{FF2B5EF4-FFF2-40B4-BE49-F238E27FC236}">
                <a16:creationId xmlns:a16="http://schemas.microsoft.com/office/drawing/2014/main" id="{ED808A31-53F1-4075-A452-BA86957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4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4019550" y="29003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07" name="shape-106">
            <a:extLst xmlns:a="http://schemas.openxmlformats.org/drawingml/2006/main">
              <a:ext uri="{FF2B5EF4-FFF2-40B4-BE49-F238E27FC236}">
                <a16:creationId xmlns:a16="http://schemas.microsoft.com/office/drawing/2014/main" id="{1DA70302-E724-4BAE-B9BD-A7FA66E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08" name="shape-107">
            <a:extLst xmlns:a="http://schemas.openxmlformats.org/drawingml/2006/main">
              <a:ext uri="{FF2B5EF4-FFF2-40B4-BE49-F238E27FC236}">
                <a16:creationId xmlns:a16="http://schemas.microsoft.com/office/drawing/2014/main" id="{7EDCC539-C7C1-4D43-86DF-19672B1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7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4738688" y="2905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10" name="shape-109">
            <a:extLst xmlns:a="http://schemas.openxmlformats.org/drawingml/2006/main">
              <a:ext uri="{FF2B5EF4-FFF2-40B4-BE49-F238E27FC236}">
                <a16:creationId xmlns:a16="http://schemas.microsoft.com/office/drawing/2014/main" id="{F064AB5B-78A8-493F-9A98-1603E5FB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11" name="shape-110">
            <a:extLst xmlns:a="http://schemas.openxmlformats.org/drawingml/2006/main">
              <a:ext uri="{FF2B5EF4-FFF2-40B4-BE49-F238E27FC236}">
                <a16:creationId xmlns:a16="http://schemas.microsoft.com/office/drawing/2014/main" id="{6377FE7E-A827-4311-BCFF-6E451323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70" name=""/>
          <p:cNvCxnSpPr>
            <a:stCxn xmlns:a="http://schemas.openxmlformats.org/drawingml/2006/main" id="110" idx="1"/>
            <a:endCxn xmlns:a="http://schemas.openxmlformats.org/drawingml/2006/main" id="111" idx="3"/>
          </p:cNvCxnSpPr>
          <p:nvPr/>
        </p:nvCxnSpPr>
        <p:spPr>
          <a:xfrm xmlns:a="http://schemas.openxmlformats.org/drawingml/2006/main" flipH="1">
            <a:off x="3981450" y="4100513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DAA9182D-8BEC-4419-BFA1-98952A4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2902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非关键查询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BACE3121-6569-4F4A-AF8A-DF8BB37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7197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agentService</a:t>
            </a:r>
          </a:p>
        </p:txBody>
      </p:sp>
      <p:sp>
        <p:nvSpPr>
          <p:cNvPr id="115" name="glyph-roundRect-114">
            <a:extLst xmlns:a="http://schemas.openxmlformats.org/drawingml/2006/main">
              <a:ext uri="{FF2B5EF4-FFF2-40B4-BE49-F238E27FC236}">
                <a16:creationId xmlns:a16="http://schemas.microsoft.com/office/drawing/2014/main" id="{4D00231F-A291-4575-BFED-40339980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371475" cy="4095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16" name="glyph-rect-115">
            <a:extLst xmlns:a="http://schemas.openxmlformats.org/drawingml/2006/main">
              <a:ext uri="{FF2B5EF4-FFF2-40B4-BE49-F238E27FC236}">
                <a16:creationId xmlns:a16="http://schemas.microsoft.com/office/drawing/2014/main" id="{2F1A9077-2007-497F-B6F7-79C3022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77" y="3943541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17" name="glyph-ellipse-116">
            <a:extLst xmlns:a="http://schemas.openxmlformats.org/drawingml/2006/main">
              <a:ext uri="{FF2B5EF4-FFF2-40B4-BE49-F238E27FC236}">
                <a16:creationId xmlns:a16="http://schemas.microsoft.com/office/drawing/2014/main" id="{095FA161-AAAA-4B83-84DF-B0C1D7A5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" y="3964019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18" name="line-117">
            <a:extLst xmlns:a="http://schemas.openxmlformats.org/drawingml/2006/main">
              <a:ext uri="{FF2B5EF4-FFF2-40B4-BE49-F238E27FC236}">
                <a16:creationId xmlns:a16="http://schemas.microsoft.com/office/drawing/2014/main" id="{7459F961-B74A-41F7-BBBD-5F5318CD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34" y="3976307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19" name="glyph-rect-118">
            <a:extLst xmlns:a="http://schemas.openxmlformats.org/drawingml/2006/main">
              <a:ext uri="{FF2B5EF4-FFF2-40B4-BE49-F238E27FC236}">
                <a16:creationId xmlns:a16="http://schemas.microsoft.com/office/drawing/2014/main" id="{B3EBAD92-C27E-45CE-9A26-F3E2C4B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77" y="4045934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20" name="glyph-ellipse-119">
            <a:extLst xmlns:a="http://schemas.openxmlformats.org/drawingml/2006/main">
              <a:ext uri="{FF2B5EF4-FFF2-40B4-BE49-F238E27FC236}">
                <a16:creationId xmlns:a16="http://schemas.microsoft.com/office/drawing/2014/main" id="{A6404124-5BAE-478B-84B7-95C1D84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" y="4066413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21" name="line-120">
            <a:extLst xmlns:a="http://schemas.openxmlformats.org/drawingml/2006/main">
              <a:ext uri="{FF2B5EF4-FFF2-40B4-BE49-F238E27FC236}">
                <a16:creationId xmlns:a16="http://schemas.microsoft.com/office/drawing/2014/main" id="{EBD5A8A3-AA7B-4908-8F3C-45F09F7F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34" y="4078700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22" name="glyph-rect-121">
            <a:extLst xmlns:a="http://schemas.openxmlformats.org/drawingml/2006/main">
              <a:ext uri="{FF2B5EF4-FFF2-40B4-BE49-F238E27FC236}">
                <a16:creationId xmlns:a16="http://schemas.microsoft.com/office/drawing/2014/main" id="{A0645FA7-2675-4941-8319-CE3C169A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77" y="4148328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23" name="glyph-ellipse-122">
            <a:extLst xmlns:a="http://schemas.openxmlformats.org/drawingml/2006/main">
              <a:ext uri="{FF2B5EF4-FFF2-40B4-BE49-F238E27FC236}">
                <a16:creationId xmlns:a16="http://schemas.microsoft.com/office/drawing/2014/main" id="{EE4584D2-A696-41F9-88FF-E04E732B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" y="4168807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24" name="line-123">
            <a:extLst xmlns:a="http://schemas.openxmlformats.org/drawingml/2006/main">
              <a:ext uri="{FF2B5EF4-FFF2-40B4-BE49-F238E27FC236}">
                <a16:creationId xmlns:a16="http://schemas.microsoft.com/office/drawing/2014/main" id="{26D76E50-2AD5-4DED-9DD3-7D0106E8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34" y="4181094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25" name="text-124">
            <a:extLst xmlns:a="http://schemas.openxmlformats.org/drawingml/2006/main">
              <a:ext uri="{FF2B5EF4-FFF2-40B4-BE49-F238E27FC236}">
                <a16:creationId xmlns:a16="http://schemas.microsoft.com/office/drawing/2014/main" id="{63371FBB-2EBC-4EBE-B29E-B7B0EB64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719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adminService</a:t>
            </a:r>
          </a:p>
        </p:txBody>
      </p:sp>
      <p:sp>
        <p:nvSpPr>
          <p:cNvPr id="126" name="text-125">
            <a:extLst xmlns:a="http://schemas.openxmlformats.org/drawingml/2006/main">
              <a:ext uri="{FF2B5EF4-FFF2-40B4-BE49-F238E27FC236}">
                <a16:creationId xmlns:a16="http://schemas.microsoft.com/office/drawing/2014/main" id="{D9A8CE04-E8B5-4647-8358-81498120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管理面背景负载</a:t>
            </a:r>
          </a:p>
        </p:txBody>
      </p:sp>
      <p:sp>
        <p:nvSpPr>
          <p:cNvPr id="127" name="glyph-roundRect-126">
            <a:extLst xmlns:a="http://schemas.openxmlformats.org/drawingml/2006/main">
              <a:ext uri="{FF2B5EF4-FFF2-40B4-BE49-F238E27FC236}">
                <a16:creationId xmlns:a16="http://schemas.microsoft.com/office/drawing/2014/main" id="{3CF9534B-6A52-4EE8-8AFF-902DCBD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342900" cy="4000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28" name="glyph-rect-127">
            <a:extLst xmlns:a="http://schemas.openxmlformats.org/drawingml/2006/main">
              <a:ext uri="{FF2B5EF4-FFF2-40B4-BE49-F238E27FC236}">
                <a16:creationId xmlns:a16="http://schemas.microsoft.com/office/drawing/2014/main" id="{87172D7B-63EC-4D41-9986-68A91CAF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698" y="3942207"/>
            <a:ext cx="260604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29" name="glyph-ellipse-128">
            <a:extLst xmlns:a="http://schemas.openxmlformats.org/drawingml/2006/main">
              <a:ext uri="{FF2B5EF4-FFF2-40B4-BE49-F238E27FC236}">
                <a16:creationId xmlns:a16="http://schemas.microsoft.com/office/drawing/2014/main" id="{F60C9512-76A7-479A-8F56-B6D7BA92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3962210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0" name="line-129">
            <a:extLst xmlns:a="http://schemas.openxmlformats.org/drawingml/2006/main">
              <a:ext uri="{FF2B5EF4-FFF2-40B4-BE49-F238E27FC236}">
                <a16:creationId xmlns:a16="http://schemas.microsoft.com/office/drawing/2014/main" id="{CE6BD497-FAA2-4F88-AE85-A6F4467D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997" y="3974211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31" name="glyph-rect-130">
            <a:extLst xmlns:a="http://schemas.openxmlformats.org/drawingml/2006/main">
              <a:ext uri="{FF2B5EF4-FFF2-40B4-BE49-F238E27FC236}">
                <a16:creationId xmlns:a16="http://schemas.microsoft.com/office/drawing/2014/main" id="{02AF2533-A379-468C-9F22-8B1CF7C9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698" y="4042220"/>
            <a:ext cx="260604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32" name="glyph-ellipse-131">
            <a:extLst xmlns:a="http://schemas.openxmlformats.org/drawingml/2006/main">
              <a:ext uri="{FF2B5EF4-FFF2-40B4-BE49-F238E27FC236}">
                <a16:creationId xmlns:a16="http://schemas.microsoft.com/office/drawing/2014/main" id="{101A0366-9701-4C0D-8851-DF70A750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062222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3" name="line-132">
            <a:extLst xmlns:a="http://schemas.openxmlformats.org/drawingml/2006/main">
              <a:ext uri="{FF2B5EF4-FFF2-40B4-BE49-F238E27FC236}">
                <a16:creationId xmlns:a16="http://schemas.microsoft.com/office/drawing/2014/main" id="{CD657CB2-D7EF-4843-B781-09D6666E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997" y="4074224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34" name="glyph-rect-133">
            <a:extLst xmlns:a="http://schemas.openxmlformats.org/drawingml/2006/main">
              <a:ext uri="{FF2B5EF4-FFF2-40B4-BE49-F238E27FC236}">
                <a16:creationId xmlns:a16="http://schemas.microsoft.com/office/drawing/2014/main" id="{2A75B3C0-FCC7-4861-B793-41B5293F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698" y="4142232"/>
            <a:ext cx="260604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35" name="glyph-ellipse-134">
            <a:extLst xmlns:a="http://schemas.openxmlformats.org/drawingml/2006/main">
              <a:ext uri="{FF2B5EF4-FFF2-40B4-BE49-F238E27FC236}">
                <a16:creationId xmlns:a16="http://schemas.microsoft.com/office/drawing/2014/main" id="{F029D009-4234-41CF-A899-99FDFE3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130" y="4162235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6" name="line-135">
            <a:extLst xmlns:a="http://schemas.openxmlformats.org/drawingml/2006/main">
              <a:ext uri="{FF2B5EF4-FFF2-40B4-BE49-F238E27FC236}">
                <a16:creationId xmlns:a16="http://schemas.microsoft.com/office/drawing/2014/main" id="{5A1B14E0-251D-4ADC-8D5B-48488F22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2997" y="4174236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37" name="text-136">
            <a:extLst xmlns:a="http://schemas.openxmlformats.org/drawingml/2006/main">
              <a:ext uri="{FF2B5EF4-FFF2-40B4-BE49-F238E27FC236}">
                <a16:creationId xmlns:a16="http://schemas.microsoft.com/office/drawing/2014/main" id="{C3AE7123-69F8-450C-A3F3-1E9D71FE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381500"/>
            <a:ext cx="1400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ADS Relay</a:t>
            </a:r>
          </a:p>
        </p:txBody>
      </p:sp>
      <p:sp>
        <p:nvSpPr>
          <p:cNvPr id="138" name="shape-137">
            <a:extLst xmlns:a="http://schemas.openxmlformats.org/drawingml/2006/main">
              <a:ext uri="{FF2B5EF4-FFF2-40B4-BE49-F238E27FC236}">
                <a16:creationId xmlns:a16="http://schemas.microsoft.com/office/drawing/2014/main" id="{FD8F74D9-F755-455D-A938-93FF8D9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718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39" name="shape-138">
            <a:extLst xmlns:a="http://schemas.openxmlformats.org/drawingml/2006/main">
              <a:ext uri="{FF2B5EF4-FFF2-40B4-BE49-F238E27FC236}">
                <a16:creationId xmlns:a16="http://schemas.microsoft.com/office/drawing/2014/main" id="{46E8914B-66FF-4096-A28D-001F2C4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98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5576888" y="298132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41" name="shape-140">
            <a:extLst xmlns:a="http://schemas.openxmlformats.org/drawingml/2006/main">
              <a:ext uri="{FF2B5EF4-FFF2-40B4-BE49-F238E27FC236}">
                <a16:creationId xmlns:a16="http://schemas.microsoft.com/office/drawing/2014/main" id="{43B37A0B-0DE8-47E2-9866-B94293D8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42" name="shape-141">
            <a:extLst xmlns:a="http://schemas.openxmlformats.org/drawingml/2006/main">
              <a:ext uri="{FF2B5EF4-FFF2-40B4-BE49-F238E27FC236}">
                <a16:creationId xmlns:a16="http://schemas.microsoft.com/office/drawing/2014/main" id="{6AA8C6B0-578E-4670-B245-95AE3AAD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01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5581650" y="4100513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44" name="shape-143">
            <a:extLst xmlns:a="http://schemas.openxmlformats.org/drawingml/2006/main">
              <a:ext uri="{FF2B5EF4-FFF2-40B4-BE49-F238E27FC236}">
                <a16:creationId xmlns:a16="http://schemas.microsoft.com/office/drawing/2014/main" id="{372507B7-AFB5-4365-AB1F-F8A2C8E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45" name="shape-144">
            <a:extLst xmlns:a="http://schemas.openxmlformats.org/drawingml/2006/main">
              <a:ext uri="{FF2B5EF4-FFF2-40B4-BE49-F238E27FC236}">
                <a16:creationId xmlns:a16="http://schemas.microsoft.com/office/drawing/2014/main" id="{0B27A01C-001B-441F-AD4E-8FAD275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04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6657975" y="410051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47" name="shape-146">
            <a:extLst xmlns:a="http://schemas.openxmlformats.org/drawingml/2006/main">
              <a:ext uri="{FF2B5EF4-FFF2-40B4-BE49-F238E27FC236}">
                <a16:creationId xmlns:a16="http://schemas.microsoft.com/office/drawing/2014/main" id="{CB36F3C4-B987-4F65-A09C-CAC07B1E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48" name="shape-147">
            <a:extLst xmlns:a="http://schemas.openxmlformats.org/drawingml/2006/main">
              <a:ext uri="{FF2B5EF4-FFF2-40B4-BE49-F238E27FC236}">
                <a16:creationId xmlns:a16="http://schemas.microsoft.com/office/drawing/2014/main" id="{B75F619E-E5C2-4C6F-866A-EC498E0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07" name=""/>
          <p:cNvCxnSpPr>
            <a:stCxn xmlns:a="http://schemas.openxmlformats.org/drawingml/2006/main" id="147" idx="0"/>
            <a:endCxn xmlns:a="http://schemas.openxmlformats.org/drawingml/2006/main" id="148" idx="2"/>
          </p:cNvCxnSpPr>
          <p:nvPr/>
        </p:nvCxnSpPr>
        <p:spPr>
          <a:xfrm xmlns:a="http://schemas.openxmlformats.org/drawingml/2006/main" flipV="1">
            <a:off x="7777163" y="298132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50" name="text-149">
            <a:extLst xmlns:a="http://schemas.openxmlformats.org/drawingml/2006/main">
              <a:ext uri="{FF2B5EF4-FFF2-40B4-BE49-F238E27FC236}">
                <a16:creationId xmlns:a16="http://schemas.microsoft.com/office/drawing/2014/main" id="{4741FD7D-C3E0-4F80-B0EB-831C4BEB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814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MCP</a:t>
            </a:r>
          </a:p>
        </p:txBody>
      </p:sp>
      <p:sp>
        <p:nvSpPr>
          <p:cNvPr id="151" name="shape-150">
            <a:extLst xmlns:a="http://schemas.openxmlformats.org/drawingml/2006/main">
              <a:ext uri="{FF2B5EF4-FFF2-40B4-BE49-F238E27FC236}">
                <a16:creationId xmlns:a16="http://schemas.microsoft.com/office/drawing/2014/main" id="{342AF682-9FC6-46DD-BDBC-22CF6742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24275"/>
            <a:ext cx="13620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152" name="glyph-roundRect-151">
            <a:extLst xmlns:a="http://schemas.openxmlformats.org/drawingml/2006/main">
              <a:ext uri="{FF2B5EF4-FFF2-40B4-BE49-F238E27FC236}">
                <a16:creationId xmlns:a16="http://schemas.microsoft.com/office/drawing/2014/main" id="{58C9ED79-2FD7-4640-A102-AB418B18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95725"/>
            <a:ext cx="342900" cy="4000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53" name="glyph-rect-152">
            <a:extLst xmlns:a="http://schemas.openxmlformats.org/drawingml/2006/main">
              <a:ext uri="{FF2B5EF4-FFF2-40B4-BE49-F238E27FC236}">
                <a16:creationId xmlns:a16="http://schemas.microsoft.com/office/drawing/2014/main" id="{0CF5F91A-ED7F-4F9F-B8F5-11CA93E4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598" y="3951732"/>
            <a:ext cx="260604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54" name="glyph-ellipse-153">
            <a:extLst xmlns:a="http://schemas.openxmlformats.org/drawingml/2006/main">
              <a:ext uri="{FF2B5EF4-FFF2-40B4-BE49-F238E27FC236}">
                <a16:creationId xmlns:a16="http://schemas.microsoft.com/office/drawing/2014/main" id="{16D9D796-9A7F-43C8-8375-225832B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3971735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55" name="line-154">
            <a:extLst xmlns:a="http://schemas.openxmlformats.org/drawingml/2006/main">
              <a:ext uri="{FF2B5EF4-FFF2-40B4-BE49-F238E27FC236}">
                <a16:creationId xmlns:a16="http://schemas.microsoft.com/office/drawing/2014/main" id="{C1700DD9-3718-443F-98FB-EF904781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897" y="3983736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56" name="glyph-rect-155">
            <a:extLst xmlns:a="http://schemas.openxmlformats.org/drawingml/2006/main">
              <a:ext uri="{FF2B5EF4-FFF2-40B4-BE49-F238E27FC236}">
                <a16:creationId xmlns:a16="http://schemas.microsoft.com/office/drawing/2014/main" id="{460DDB52-5222-44B4-9996-10F9160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598" y="4051745"/>
            <a:ext cx="260604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57" name="glyph-ellipse-156">
            <a:extLst xmlns:a="http://schemas.openxmlformats.org/drawingml/2006/main">
              <a:ext uri="{FF2B5EF4-FFF2-40B4-BE49-F238E27FC236}">
                <a16:creationId xmlns:a16="http://schemas.microsoft.com/office/drawing/2014/main" id="{1E86FD48-DEE7-4805-8CF8-1E06978D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4071747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58" name="line-157">
            <a:extLst xmlns:a="http://schemas.openxmlformats.org/drawingml/2006/main">
              <a:ext uri="{FF2B5EF4-FFF2-40B4-BE49-F238E27FC236}">
                <a16:creationId xmlns:a16="http://schemas.microsoft.com/office/drawing/2014/main" id="{29576787-A9D1-41D9-967F-BCBCDA7B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897" y="4083749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59" name="glyph-rect-158">
            <a:extLst xmlns:a="http://schemas.openxmlformats.org/drawingml/2006/main">
              <a:ext uri="{FF2B5EF4-FFF2-40B4-BE49-F238E27FC236}">
                <a16:creationId xmlns:a16="http://schemas.microsoft.com/office/drawing/2014/main" id="{13D1A7AD-7F96-434C-8693-6CAF079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598" y="4151757"/>
            <a:ext cx="260604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60" name="glyph-ellipse-159">
            <a:extLst xmlns:a="http://schemas.openxmlformats.org/drawingml/2006/main">
              <a:ext uri="{FF2B5EF4-FFF2-40B4-BE49-F238E27FC236}">
                <a16:creationId xmlns:a16="http://schemas.microsoft.com/office/drawing/2014/main" id="{8132ADFF-F220-46EA-894A-2D18567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030" y="4171760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61" name="line-160">
            <a:extLst xmlns:a="http://schemas.openxmlformats.org/drawingml/2006/main">
              <a:ext uri="{FF2B5EF4-FFF2-40B4-BE49-F238E27FC236}">
                <a16:creationId xmlns:a16="http://schemas.microsoft.com/office/drawing/2014/main" id="{90A4ABB8-AFC3-4555-98FA-37E43E4C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897" y="4183761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62" name="text-161">
            <a:extLst xmlns:a="http://schemas.openxmlformats.org/drawingml/2006/main">
              <a:ext uri="{FF2B5EF4-FFF2-40B4-BE49-F238E27FC236}">
                <a16:creationId xmlns:a16="http://schemas.microsoft.com/office/drawing/2014/main" id="{B79C2D73-5051-4DCC-825A-241C6BDD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LF Relay</a:t>
            </a:r>
          </a:p>
        </p:txBody>
      </p:sp>
      <p:sp>
        <p:nvSpPr>
          <p:cNvPr id="163" name="shape-162">
            <a:extLst xmlns:a="http://schemas.openxmlformats.org/drawingml/2006/main">
              <a:ext uri="{FF2B5EF4-FFF2-40B4-BE49-F238E27FC236}">
                <a16:creationId xmlns:a16="http://schemas.microsoft.com/office/drawing/2014/main" id="{B1C0473D-169F-4144-A477-E8C760A3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64" name="shape-163">
            <a:extLst xmlns:a="http://schemas.openxmlformats.org/drawingml/2006/main">
              <a:ext uri="{FF2B5EF4-FFF2-40B4-BE49-F238E27FC236}">
                <a16:creationId xmlns:a16="http://schemas.microsoft.com/office/drawing/2014/main" id="{4B000B92-E0DF-44E1-BAEE-89FECA9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81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3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5576888" y="410527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66" name="shape-165">
            <a:extLst xmlns:a="http://schemas.openxmlformats.org/drawingml/2006/main">
              <a:ext uri="{FF2B5EF4-FFF2-40B4-BE49-F238E27FC236}">
                <a16:creationId xmlns:a16="http://schemas.microsoft.com/office/drawing/2014/main" id="{5F4C713F-FB53-4945-AA4D-3672BFF5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81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67" name="shape-166">
            <a:extLst xmlns:a="http://schemas.openxmlformats.org/drawingml/2006/main">
              <a:ext uri="{FF2B5EF4-FFF2-40B4-BE49-F238E27FC236}">
                <a16:creationId xmlns:a16="http://schemas.microsoft.com/office/drawing/2014/main" id="{1E374989-48D8-4B4F-9E13-91B70DA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6" name=""/>
          <p:cNvCxnSpPr>
            <a:stCxn xmlns:a="http://schemas.openxmlformats.org/drawingml/2006/main" id="166" idx="3"/>
            <a:endCxn xmlns:a="http://schemas.openxmlformats.org/drawingml/2006/main" id="167" idx="1"/>
          </p:cNvCxnSpPr>
          <p:nvPr/>
        </p:nvCxnSpPr>
        <p:spPr>
          <a:xfrm xmlns:a="http://schemas.openxmlformats.org/drawingml/2006/main">
            <a:off x="5581650" y="4786313"/>
            <a:ext cx="29432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69" name="shape-168">
            <a:extLst xmlns:a="http://schemas.openxmlformats.org/drawingml/2006/main">
              <a:ext uri="{FF2B5EF4-FFF2-40B4-BE49-F238E27FC236}">
                <a16:creationId xmlns:a16="http://schemas.microsoft.com/office/drawing/2014/main" id="{E2196DF6-1795-4AA2-884F-2E749B7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0" name="shape-169">
            <a:extLst xmlns:a="http://schemas.openxmlformats.org/drawingml/2006/main">
              <a:ext uri="{FF2B5EF4-FFF2-40B4-BE49-F238E27FC236}">
                <a16:creationId xmlns:a16="http://schemas.microsoft.com/office/drawing/2014/main" id="{3717CACC-93AE-4C76-90EC-B7925ADA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9" name=""/>
          <p:cNvCxnSpPr>
            <a:stCxn xmlns:a="http://schemas.openxmlformats.org/drawingml/2006/main" id="169" idx="0"/>
            <a:endCxn xmlns:a="http://schemas.openxmlformats.org/drawingml/2006/main" id="170" idx="2"/>
          </p:cNvCxnSpPr>
          <p:nvPr/>
        </p:nvCxnSpPr>
        <p:spPr>
          <a:xfrm xmlns:a="http://schemas.openxmlformats.org/drawingml/2006/main" flipV="1">
            <a:off x="8529638" y="42005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72" name="shape-171">
            <a:extLst xmlns:a="http://schemas.openxmlformats.org/drawingml/2006/main">
              <a:ext uri="{FF2B5EF4-FFF2-40B4-BE49-F238E27FC236}">
                <a16:creationId xmlns:a16="http://schemas.microsoft.com/office/drawing/2014/main" id="{6210E163-B3E2-4D10-A1AF-67F1F6CA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3" name="shape-172">
            <a:extLst xmlns:a="http://schemas.openxmlformats.org/drawingml/2006/main">
              <a:ext uri="{FF2B5EF4-FFF2-40B4-BE49-F238E27FC236}">
                <a16:creationId xmlns:a16="http://schemas.microsoft.com/office/drawing/2014/main" id="{E87FEE1B-541C-4A47-91D0-3EBFCFA4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91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32" name=""/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8534400" y="419576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75" name="shape-174">
            <a:extLst xmlns:a="http://schemas.openxmlformats.org/drawingml/2006/main">
              <a:ext uri="{FF2B5EF4-FFF2-40B4-BE49-F238E27FC236}">
                <a16:creationId xmlns:a16="http://schemas.microsoft.com/office/drawing/2014/main" id="{E4851D02-04AA-4527-B760-B39AF71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957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6" name="shape-175">
            <a:extLst xmlns:a="http://schemas.openxmlformats.org/drawingml/2006/main">
              <a:ext uri="{FF2B5EF4-FFF2-40B4-BE49-F238E27FC236}">
                <a16:creationId xmlns:a16="http://schemas.microsoft.com/office/drawing/2014/main" id="{6006DD25-3CE8-4CF5-928F-DF4C806D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35" name=""/>
          <p:cNvCxnSpPr>
            <a:stCxn xmlns:a="http://schemas.openxmlformats.org/drawingml/2006/main" id="175" idx="0"/>
            <a:endCxn xmlns:a="http://schemas.openxmlformats.org/drawingml/2006/main" id="176" idx="2"/>
          </p:cNvCxnSpPr>
          <p:nvPr/>
        </p:nvCxnSpPr>
        <p:spPr>
          <a:xfrm xmlns:a="http://schemas.openxmlformats.org/drawingml/2006/main" flipV="1">
            <a:off x="9491663" y="36480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78" name="shape-177">
            <a:extLst xmlns:a="http://schemas.openxmlformats.org/drawingml/2006/main">
              <a:ext uri="{FF2B5EF4-FFF2-40B4-BE49-F238E27FC236}">
                <a16:creationId xmlns:a16="http://schemas.microsoft.com/office/drawing/2014/main" id="{6085E176-1F12-4370-B3D6-B8EF4D0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9" name="shape-178">
            <a:extLst xmlns:a="http://schemas.openxmlformats.org/drawingml/2006/main">
              <a:ext uri="{FF2B5EF4-FFF2-40B4-BE49-F238E27FC236}">
                <a16:creationId xmlns:a16="http://schemas.microsoft.com/office/drawing/2014/main" id="{2ABC4406-2EDE-4FAA-B1C2-4003801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38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38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7781925" y="3643313"/>
            <a:ext cx="17049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81" name="text-180">
            <a:extLst xmlns:a="http://schemas.openxmlformats.org/drawingml/2006/main">
              <a:ext uri="{FF2B5EF4-FFF2-40B4-BE49-F238E27FC236}">
                <a16:creationId xmlns:a16="http://schemas.microsoft.com/office/drawing/2014/main" id="{7528DF7F-1003-4BE2-A57F-198721F5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52800"/>
            <a:ext cx="65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MCP</a:t>
            </a:r>
          </a:p>
        </p:txBody>
      </p:sp>
      <p:sp>
        <p:nvSpPr>
          <p:cNvPr id="182" name="shape-181">
            <a:extLst xmlns:a="http://schemas.openxmlformats.org/drawingml/2006/main">
              <a:ext uri="{FF2B5EF4-FFF2-40B4-BE49-F238E27FC236}">
                <a16:creationId xmlns:a16="http://schemas.microsoft.com/office/drawing/2014/main" id="{76E20C88-78CE-42AA-83A7-CB823F7F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67300"/>
            <a:ext cx="968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1906">
            <a:noFill/>
          </a:ln>
        </p:spPr>
      </p:sp>
      <p:sp>
        <p:nvSpPr>
          <p:cNvPr id="183" name="text-182">
            <a:extLst xmlns:a="http://schemas.openxmlformats.org/drawingml/2006/main">
              <a:ext uri="{FF2B5EF4-FFF2-40B4-BE49-F238E27FC236}">
                <a16:creationId xmlns:a16="http://schemas.microsoft.com/office/drawing/2014/main" id="{C721B194-34BF-4201-9BB4-BCA6C89E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72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共享数据层</a:t>
            </a:r>
          </a:p>
        </p:txBody>
      </p:sp>
      <p:sp>
        <p:nvSpPr>
          <p:cNvPr id="184" name="glyph-can-183">
            <a:extLst xmlns:a="http://schemas.openxmlformats.org/drawingml/2006/main">
              <a:ext uri="{FF2B5EF4-FFF2-40B4-BE49-F238E27FC236}">
                <a16:creationId xmlns:a16="http://schemas.microsoft.com/office/drawing/2014/main" id="{FDCAF7D0-9BFA-45DA-902E-DE59B05E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124450"/>
            <a:ext cx="295275" cy="3524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185" name="text-184">
            <a:extLst xmlns:a="http://schemas.openxmlformats.org/drawingml/2006/main">
              <a:ext uri="{FF2B5EF4-FFF2-40B4-BE49-F238E27FC236}">
                <a16:creationId xmlns:a16="http://schemas.microsoft.com/office/drawing/2014/main" id="{16BA480B-4B7B-420E-B26B-114C9B98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62550"/>
            <a:ext cx="2695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共享DB（openGauss）</a:t>
            </a:r>
          </a:p>
        </p:txBody>
      </p:sp>
      <p:sp>
        <p:nvSpPr>
          <p:cNvPr id="186" name="path-185">
            <a:extLst xmlns:a="http://schemas.openxmlformats.org/drawingml/2006/main">
              <a:ext uri="{FF2B5EF4-FFF2-40B4-BE49-F238E27FC236}">
                <a16:creationId xmlns:a16="http://schemas.microsoft.com/office/drawing/2014/main" id="{147DFE8C-9BE0-4FE6-8C7F-0266CA31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4564"/>
            <a:ext cx="333375" cy="132588"/>
          </a:xfrm>
          <a:custGeom xmlns:a="http://schemas.openxmlformats.org/drawingml/2006/main">
            <a:pathLst>
              <a:path w="333375" h="132588">
                <a:moveTo>
                  <a:pt x="166688" y="0"/>
                </a:moveTo>
                <a:lnTo>
                  <a:pt x="333375" y="66294"/>
                </a:lnTo>
                <a:lnTo>
                  <a:pt x="166688" y="132588"/>
                </a:lnTo>
                <a:lnTo>
                  <a:pt x="0" y="66294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187" name="path-186">
            <a:extLst xmlns:a="http://schemas.openxmlformats.org/drawingml/2006/main">
              <a:ext uri="{FF2B5EF4-FFF2-40B4-BE49-F238E27FC236}">
                <a16:creationId xmlns:a16="http://schemas.microsoft.com/office/drawing/2014/main" id="{E97C240A-4CB8-4BE9-A574-721B7FD5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13795"/>
            <a:ext cx="333375" cy="132588"/>
          </a:xfrm>
          <a:custGeom xmlns:a="http://schemas.openxmlformats.org/drawingml/2006/main">
            <a:pathLst>
              <a:path w="333375" h="132588">
                <a:moveTo>
                  <a:pt x="166688" y="0"/>
                </a:moveTo>
                <a:lnTo>
                  <a:pt x="333375" y="66294"/>
                </a:lnTo>
                <a:lnTo>
                  <a:pt x="166688" y="132588"/>
                </a:lnTo>
                <a:lnTo>
                  <a:pt x="0" y="66294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188" name="path-187">
            <a:extLst xmlns:a="http://schemas.openxmlformats.org/drawingml/2006/main">
              <a:ext uri="{FF2B5EF4-FFF2-40B4-BE49-F238E27FC236}">
                <a16:creationId xmlns:a16="http://schemas.microsoft.com/office/drawing/2014/main" id="{6E0F8779-C560-417D-B3CC-614BD944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53025"/>
            <a:ext cx="333375" cy="132588"/>
          </a:xfrm>
          <a:custGeom xmlns:a="http://schemas.openxmlformats.org/drawingml/2006/main">
            <a:pathLst>
              <a:path w="333375" h="132588">
                <a:moveTo>
                  <a:pt x="166688" y="0"/>
                </a:moveTo>
                <a:lnTo>
                  <a:pt x="333375" y="66294"/>
                </a:lnTo>
                <a:lnTo>
                  <a:pt x="166688" y="132588"/>
                </a:lnTo>
                <a:lnTo>
                  <a:pt x="0" y="66294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189" name="text-188">
            <a:extLst xmlns:a="http://schemas.openxmlformats.org/drawingml/2006/main">
              <a:ext uri="{FF2B5EF4-FFF2-40B4-BE49-F238E27FC236}">
                <a16:creationId xmlns:a16="http://schemas.microsoft.com/office/drawing/2014/main" id="{B56CE493-E75F-4CDD-B0E9-540E765B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625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Redis</a:t>
            </a:r>
          </a:p>
        </p:txBody>
      </p:sp>
      <p:sp>
        <p:nvSpPr>
          <p:cNvPr id="190" name="text-189">
            <a:extLst xmlns:a="http://schemas.openxmlformats.org/drawingml/2006/main">
              <a:ext uri="{FF2B5EF4-FFF2-40B4-BE49-F238E27FC236}">
                <a16:creationId xmlns:a16="http://schemas.microsoft.com/office/drawing/2014/main" id="{723B4820-7F70-4D8F-AACF-A68DF872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72075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连接池 / SQL锁 / 发布积压</a:t>
            </a:r>
          </a:p>
        </p:txBody>
      </p:sp>
      <p:sp>
        <p:nvSpPr>
          <p:cNvPr id="191" name="shape-190">
            <a:extLst xmlns:a="http://schemas.openxmlformats.org/drawingml/2006/main">
              <a:ext uri="{FF2B5EF4-FFF2-40B4-BE49-F238E27FC236}">
                <a16:creationId xmlns:a16="http://schemas.microsoft.com/office/drawing/2014/main" id="{CDE39633-1850-4D53-B5A6-F553D820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815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92" name="shape-191">
            <a:extLst xmlns:a="http://schemas.openxmlformats.org/drawingml/2006/main">
              <a:ext uri="{FF2B5EF4-FFF2-40B4-BE49-F238E27FC236}">
                <a16:creationId xmlns:a16="http://schemas.microsoft.com/office/drawing/2014/main" id="{60B96C52-1B23-4F0C-969A-0B22544C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51" name=""/>
          <p:cNvCxnSpPr>
            <a:stCxn xmlns:a="http://schemas.openxmlformats.org/drawingml/2006/main" id="191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5576888" y="47910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94" name="shape-193">
            <a:extLst xmlns:a="http://schemas.openxmlformats.org/drawingml/2006/main">
              <a:ext uri="{FF2B5EF4-FFF2-40B4-BE49-F238E27FC236}">
                <a16:creationId xmlns:a16="http://schemas.microsoft.com/office/drawing/2014/main" id="{BFC07A7E-D88C-470A-8B42-463FBC2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95" name="shape-194">
            <a:extLst xmlns:a="http://schemas.openxmlformats.org/drawingml/2006/main">
              <a:ext uri="{FF2B5EF4-FFF2-40B4-BE49-F238E27FC236}">
                <a16:creationId xmlns:a16="http://schemas.microsoft.com/office/drawing/2014/main" id="{EE5BB327-97A7-4951-B9E8-6958D97D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54" name=""/>
          <p:cNvCxnSpPr>
            <a:stCxn xmlns:a="http://schemas.openxmlformats.org/drawingml/2006/main" id="194" idx="1"/>
            <a:endCxn xmlns:a="http://schemas.openxmlformats.org/drawingml/2006/main" id="195" idx="3"/>
          </p:cNvCxnSpPr>
          <p:nvPr/>
        </p:nvCxnSpPr>
        <p:spPr>
          <a:xfrm xmlns:a="http://schemas.openxmlformats.org/drawingml/2006/main" flipH="1">
            <a:off x="2362200" y="4957763"/>
            <a:ext cx="32099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97" name="shape-196">
            <a:extLst xmlns:a="http://schemas.openxmlformats.org/drawingml/2006/main">
              <a:ext uri="{FF2B5EF4-FFF2-40B4-BE49-F238E27FC236}">
                <a16:creationId xmlns:a16="http://schemas.microsoft.com/office/drawing/2014/main" id="{5D604728-8EAE-4A0B-9A2E-68AC139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98" name="shape-197">
            <a:extLst xmlns:a="http://schemas.openxmlformats.org/drawingml/2006/main">
              <a:ext uri="{FF2B5EF4-FFF2-40B4-BE49-F238E27FC236}">
                <a16:creationId xmlns:a16="http://schemas.microsoft.com/office/drawing/2014/main" id="{FB79E626-3C54-4B02-A8FA-69827E97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24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57" name=""/>
          <p:cNvCxnSpPr>
            <a:stCxn xmlns:a="http://schemas.openxmlformats.org/drawingml/2006/main" id="197" idx="2"/>
            <a:endCxn xmlns:a="http://schemas.openxmlformats.org/drawingml/2006/main" id="198" idx="0"/>
          </p:cNvCxnSpPr>
          <p:nvPr/>
        </p:nvCxnSpPr>
        <p:spPr>
          <a:xfrm xmlns:a="http://schemas.openxmlformats.org/drawingml/2006/main">
            <a:off x="2357438" y="496252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00" name="shape-199">
            <a:extLst xmlns:a="http://schemas.openxmlformats.org/drawingml/2006/main">
              <a:ext uri="{FF2B5EF4-FFF2-40B4-BE49-F238E27FC236}">
                <a16:creationId xmlns:a16="http://schemas.microsoft.com/office/drawing/2014/main" id="{8A3A1166-6E4C-494F-A16C-FCFD8BAE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01" name="shape-200">
            <a:extLst xmlns:a="http://schemas.openxmlformats.org/drawingml/2006/main">
              <a:ext uri="{FF2B5EF4-FFF2-40B4-BE49-F238E27FC236}">
                <a16:creationId xmlns:a16="http://schemas.microsoft.com/office/drawing/2014/main" id="{06A1910A-B425-4779-B2B5-C20C456D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0" name="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>
            <a:off x="5581650" y="4957763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03" name="shape-202">
            <a:extLst xmlns:a="http://schemas.openxmlformats.org/drawingml/2006/main">
              <a:ext uri="{FF2B5EF4-FFF2-40B4-BE49-F238E27FC236}">
                <a16:creationId xmlns:a16="http://schemas.microsoft.com/office/drawing/2014/main" id="{23A15345-0FD4-46FA-A306-5CCD3C8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3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04" name="shape-203">
            <a:extLst xmlns:a="http://schemas.openxmlformats.org/drawingml/2006/main">
              <a:ext uri="{FF2B5EF4-FFF2-40B4-BE49-F238E27FC236}">
                <a16:creationId xmlns:a16="http://schemas.microsoft.com/office/drawing/2014/main" id="{F164ECBB-D323-47CA-87C8-8BB1566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530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3" name=""/>
          <p:cNvCxnSpPr>
            <a:stCxn xmlns:a="http://schemas.openxmlformats.org/drawingml/2006/main" id="203" idx="2"/>
            <a:endCxn xmlns:a="http://schemas.openxmlformats.org/drawingml/2006/main" id="204" idx="0"/>
          </p:cNvCxnSpPr>
          <p:nvPr/>
        </p:nvCxnSpPr>
        <p:spPr>
          <a:xfrm xmlns:a="http://schemas.openxmlformats.org/drawingml/2006/main">
            <a:off x="5662613" y="49625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06" name="text-205">
            <a:extLst xmlns:a="http://schemas.openxmlformats.org/drawingml/2006/main">
              <a:ext uri="{FF2B5EF4-FFF2-40B4-BE49-F238E27FC236}">
                <a16:creationId xmlns:a16="http://schemas.microsoft.com/office/drawing/2014/main" id="{E24224A7-7C7E-44A4-B556-9268544B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400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普通接口</a:t>
            </a:r>
          </a:p>
        </p:txBody>
      </p:sp>
      <p:sp>
        <p:nvSpPr>
          <p:cNvPr id="207" name="text-206">
            <a:extLst xmlns:a="http://schemas.openxmlformats.org/drawingml/2006/main">
              <a:ext uri="{FF2B5EF4-FFF2-40B4-BE49-F238E27FC236}">
                <a16:creationId xmlns:a16="http://schemas.microsoft.com/office/drawing/2014/main" id="{C9B15E9E-7BC5-4230-BCBB-C8ED9FBC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815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固定比例持续300 QPS；会话、历史、状态、技能、文档元数据</a:t>
            </a:r>
          </a:p>
        </p:txBody>
      </p:sp>
      <p:sp>
        <p:nvSpPr>
          <p:cNvPr id="208" name="text-207">
            <a:extLst xmlns:a="http://schemas.openxmlformats.org/drawingml/2006/main">
              <a:ext uri="{FF2B5EF4-FFF2-40B4-BE49-F238E27FC236}">
                <a16:creationId xmlns:a16="http://schemas.microsoft.com/office/drawing/2014/main" id="{EF7F4CB0-F2E0-45AB-98EE-B4712CE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400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流式任务</a:t>
            </a:r>
          </a:p>
        </p:txBody>
      </p:sp>
      <p:sp>
        <p:nvSpPr>
          <p:cNvPr id="209" name="text-208">
            <a:extLst xmlns:a="http://schemas.openxmlformats.org/drawingml/2006/main">
              <a:ext uri="{FF2B5EF4-FFF2-40B4-BE49-F238E27FC236}">
                <a16:creationId xmlns:a16="http://schemas.microsoft.com/office/drawing/2014/main" id="{2E44EF4B-347D-4E53-A21D-7A086C36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076950"/>
            <a:ext cx="815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500活跃Run，读完正文与终态；直连 / 意图 / Relay，FULL / no-store</a:t>
            </a:r>
          </a:p>
        </p:txBody>
      </p:sp>
      <p:sp>
        <p:nvSpPr>
          <p:cNvPr id="210" name="text-209">
            <a:extLst xmlns:a="http://schemas.openxmlformats.org/drawingml/2006/main">
              <a:ext uri="{FF2B5EF4-FFF2-40B4-BE49-F238E27FC236}">
                <a16:creationId xmlns:a16="http://schemas.microsoft.com/office/drawing/2014/main" id="{AE323787-4F71-47B5-8C0E-C838912F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964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示例模型：平均60s、10帧/s，每秒约8.3次新提问、5000帧输出</a:t>
            </a:r>
          </a:p>
        </p:txBody>
      </p:sp>
      <p:sp>
        <p:nvSpPr>
          <p:cNvPr id="211" name="text-210">
            <a:extLst xmlns:a="http://schemas.openxmlformats.org/drawingml/2006/main">
              <a:ext uri="{FF2B5EF4-FFF2-40B4-BE49-F238E27FC236}">
                <a16:creationId xmlns:a16="http://schemas.microsoft.com/office/drawing/2014/main" id="{7CF17CC8-8588-4430-8E6A-7527EC7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81800"/>
            <a:ext cx="9648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先用模拟器固定时长与帧速，再用真实Agent / Intent / MaaS验证；两层结果分别报告</a:t>
            </a:r>
          </a:p>
        </p:txBody>
      </p:sp>
      <p:sp>
        <p:nvSpPr>
          <p:cNvPr id="212" name="text-211">
            <a:extLst xmlns:a="http://schemas.openxmlformats.org/drawingml/2006/main">
              <a:ext uri="{FF2B5EF4-FFF2-40B4-BE49-F238E27FC236}">
                <a16:creationId xmlns:a16="http://schemas.microsoft.com/office/drawing/2014/main" id="{BBBA7969-C014-4F8A-9B9F-65B83C20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7645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会话成功率</a:t>
            </a:r>
          </a:p>
        </p:txBody>
      </p:sp>
      <p:sp>
        <p:nvSpPr>
          <p:cNvPr id="213" name="text-212">
            <a:extLst xmlns:a="http://schemas.openxmlformats.org/drawingml/2006/main">
              <a:ext uri="{FF2B5EF4-FFF2-40B4-BE49-F238E27FC236}">
                <a16:creationId xmlns:a16="http://schemas.microsoft.com/office/drawing/2014/main" id="{03EB3EE1-475D-4225-89E0-8BC7E4D1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98120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＞99.95%</a:t>
            </a:r>
          </a:p>
        </p:txBody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5C9FA165-2B17-4731-A3AF-79F26B52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669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一次提问完成，客户端收到完整结果。</a:t>
            </a:r>
          </a:p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首帧/挂起不算完成，受理失败计失败。</a:t>
            </a:r>
          </a:p>
        </p:txBody>
      </p:sp>
      <p:sp>
        <p:nvSpPr>
          <p:cNvPr id="215" name="text-214">
            <a:extLst xmlns:a="http://schemas.openxmlformats.org/drawingml/2006/main">
              <a:ext uri="{FF2B5EF4-FFF2-40B4-BE49-F238E27FC236}">
                <a16:creationId xmlns:a16="http://schemas.microsoft.com/office/drawing/2014/main" id="{14B8990E-28CB-474C-91D1-660D7D40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接口成功率</a:t>
            </a:r>
          </a:p>
        </p:txBody>
      </p:sp>
      <p:sp>
        <p:nvSpPr>
          <p:cNvPr id="216" name="text-215">
            <a:extLst xmlns:a="http://schemas.openxmlformats.org/drawingml/2006/main">
              <a:ext uri="{FF2B5EF4-FFF2-40B4-BE49-F238E27FC236}">
                <a16:creationId xmlns:a16="http://schemas.microsoft.com/office/drawing/2014/main" id="{BABA14C4-EEF8-42F2-A0A7-E98B0BC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04800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＞99.95%</a:t>
            </a:r>
          </a:p>
        </p:txBody>
      </p:sp>
      <p:sp>
        <p:nvSpPr>
          <p:cNvPr id="217" name="text-216">
            <a:extLst xmlns:a="http://schemas.openxmlformats.org/drawingml/2006/main">
              <a:ext uri="{FF2B5EF4-FFF2-40B4-BE49-F238E27FC236}">
                <a16:creationId xmlns:a16="http://schemas.microsoft.com/office/drawing/2014/main" id="{A09D39AF-354D-41A0-AA88-B6C0AF6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3377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期限内返回正确、完整的业务响应。</a:t>
            </a:r>
          </a:p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HTTP 200仍需校验业务码和完整响应。</a:t>
            </a:r>
          </a:p>
        </p:txBody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11008BD3-93A4-427A-9EF4-FBB0ED32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52900"/>
            <a:ext cx="417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10,000个有效样本最多4次失败</a:t>
            </a:r>
          </a:p>
        </p:txBody>
      </p:sp>
      <p:sp>
        <p:nvSpPr>
          <p:cNvPr id="219" name="line-218">
            <a:extLst xmlns:a="http://schemas.openxmlformats.org/drawingml/2006/main">
              <a:ext uri="{FF2B5EF4-FFF2-40B4-BE49-F238E27FC236}">
                <a16:creationId xmlns:a16="http://schemas.microsoft.com/office/drawing/2014/main" id="{B05A893C-D029-4274-9CFD-6E73B7D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053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220" name="text-219">
            <a:extLst xmlns:a="http://schemas.openxmlformats.org/drawingml/2006/main">
              <a:ext uri="{FF2B5EF4-FFF2-40B4-BE49-F238E27FC236}">
                <a16:creationId xmlns:a16="http://schemas.microsoft.com/office/drawing/2014/main" id="{415615EA-6307-4D8C-B130-9FB831B6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建议门槛（待评审）</a:t>
            </a:r>
          </a:p>
        </p:txBody>
      </p:sp>
      <p:graphicFrame>
        <p:nvGraphicFramePr>
          <p:cNvPr id="479" name=""/>
          <p:cNvGraphicFramePr/>
          <p:nvPr/>
        </p:nvGraphicFramePr>
        <p:xfrm>
          <a:off xmlns:a="http://schemas.openxmlformats.org/drawingml/2006/main" x="10572750" y="4905375"/>
          <a:ext xmlns:a="http://schemas.openxmlformats.org/drawingml/2006/main" cx="4171950" cy="1600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38350"/>
                <a:gridCol w="1066800"/>
                <a:gridCol w="1066800"/>
              </a:tblGrid>
              <a:tr h="266700"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l"/>
                      <a:r>
                        <a:rPr sz="1538" b="1">
                          <a:solidFill>
                            <a:srgbClr val="163A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66675" marR="66675" marT="0" marB="0" anchor="ctr">
                    <a:solidFill>
                      <a:srgbClr val="EAF3FD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38" b="1">
                          <a:solidFill>
                            <a:srgbClr val="163A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</a:t>
                      </a:r>
                    </a:p>
                  </a:txBody>
                  <a:tcPr marL="66675" marR="66675" marT="0" marB="0" anchor="ctr">
                    <a:solidFill>
                      <a:srgbClr val="EAF3FD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38" b="1">
                          <a:solidFill>
                            <a:srgbClr val="163A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P99</a:t>
                      </a:r>
                    </a:p>
                  </a:txBody>
                  <a:tcPr marL="66675" marR="66675" marT="0" marB="0" anchor="ctr">
                    <a:solidFill>
                      <a:srgbClr val="EAF3FD"/>
                    </a:solidFill>
                  </a:tcPr>
                </a:tc>
              </a:tr>
              <a:tr h="266700"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普通查询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≤300ms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≤1s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Run受理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≤1s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≤2s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首有效业务响应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≤5s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按契约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本地Stop收口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≤3s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按契约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lIns="66675" tIns="9525" rIns="66675" bIns="95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任务完成期限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 gridSpan="2">
                  <a:txBody>
                    <a:bodyPr lIns="66675" tIns="9525" rIns="66675" bIns="95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按Agent类型签认</a:t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  <a:tc hMerge="1">
                  <a:txBody>
                    <a:bodyPr lIns="66675" tIns="9525" rIns="66675" bIns="95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D4663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/>
                      </a:r>
                    </a:p>
                  </a:txBody>
                  <a:tcPr marL="66675" marR="66675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2" name="text-220">
            <a:extLst xmlns:a="http://schemas.openxmlformats.org/drawingml/2006/main">
              <a:ext uri="{FF2B5EF4-FFF2-40B4-BE49-F238E27FC236}">
                <a16:creationId xmlns:a16="http://schemas.microsoft.com/office/drawing/2014/main" id="{361BC5EF-E987-487D-8993-3BD1560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29400"/>
            <a:ext cx="4181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CPU均值≤70%；RSS≤容器内存限额85%</a:t>
            </a:r>
          </a:p>
        </p:txBody>
      </p:sp>
      <p:sp>
        <p:nvSpPr>
          <p:cNvPr id="223" name="text-221">
            <a:extLst xmlns:a="http://schemas.openxmlformats.org/drawingml/2006/main">
              <a:ext uri="{FF2B5EF4-FFF2-40B4-BE49-F238E27FC236}">
                <a16:creationId xmlns:a16="http://schemas.microsoft.com/office/drawing/2014/main" id="{A95967CB-01A4-42E6-9D92-30F9D223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905625"/>
            <a:ext cx="4181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无OOM、重启、死锁及持续积压</a:t>
            </a:r>
          </a:p>
        </p:txBody>
      </p:sp>
      <p:sp>
        <p:nvSpPr>
          <p:cNvPr id="224" name="line-222">
            <a:extLst xmlns:a="http://schemas.openxmlformats.org/drawingml/2006/main">
              <a:ext uri="{FF2B5EF4-FFF2-40B4-BE49-F238E27FC236}">
                <a16:creationId xmlns:a16="http://schemas.microsoft.com/office/drawing/2014/main" id="{E6BB2E70-B1D7-4271-A9B2-3B31ECF7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29475"/>
            <a:ext cx="1428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CEE5"/>
            </a:solidFill>
            <a:prstDash val="solid"/>
          </a:ln>
        </p:spPr>
      </p:sp>
      <p:sp>
        <p:nvSpPr>
          <p:cNvPr id="225" name="text-223">
            <a:extLst xmlns:a="http://schemas.openxmlformats.org/drawingml/2006/main">
              <a:ext uri="{FF2B5EF4-FFF2-40B4-BE49-F238E27FC236}">
                <a16:creationId xmlns:a16="http://schemas.microsoft.com/office/drawing/2014/main" id="{46EC91CD-509A-47A2-BDCD-1FC63D5B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7372350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执行阶段</a:t>
            </a:r>
          </a:p>
        </p:txBody>
      </p:sp>
      <p:sp>
        <p:nvSpPr>
          <p:cNvPr id="226" name="text-224">
            <a:extLst xmlns:a="http://schemas.openxmlformats.org/drawingml/2006/main">
              <a:ext uri="{FF2B5EF4-FFF2-40B4-BE49-F238E27FC236}">
                <a16:creationId xmlns:a16="http://schemas.microsoft.com/office/drawing/2014/main" id="{D47A19A4-BE8F-427C-A561-DD5A6B1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410450"/>
            <a:ext cx="12353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逐轮判定，停止施压后继续追踪未结束任务</a:t>
            </a:r>
          </a:p>
        </p:txBody>
      </p:sp>
      <p:sp>
        <p:nvSpPr>
          <p:cNvPr id="227" name="glyph-ellipse-225">
            <a:extLst xmlns:a="http://schemas.openxmlformats.org/drawingml/2006/main">
              <a:ext uri="{FF2B5EF4-FFF2-40B4-BE49-F238E27FC236}">
                <a16:creationId xmlns:a16="http://schemas.microsoft.com/office/drawing/2014/main" id="{2ED83F0C-66EA-4A03-BFEF-E254A97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39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9525">
            <a:solidFill>
              <a:srgbClr val="2166B0"/>
            </a:solidFill>
          </a:ln>
        </p:spPr>
      </p:sp>
      <p:sp>
        <p:nvSpPr>
          <p:cNvPr id="228" name="text-226">
            <a:extLst xmlns:a="http://schemas.openxmlformats.org/drawingml/2006/main">
              <a:ext uri="{FF2B5EF4-FFF2-40B4-BE49-F238E27FC236}">
                <a16:creationId xmlns:a16="http://schemas.microsoft.com/office/drawing/2014/main" id="{CFFC001A-CECD-4007-9B46-02DA9B48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229" name="text-227">
            <a:extLst xmlns:a="http://schemas.openxmlformats.org/drawingml/2006/main">
              <a:ext uri="{FF2B5EF4-FFF2-40B4-BE49-F238E27FC236}">
                <a16:creationId xmlns:a16="http://schemas.microsoft.com/office/drawing/2014/main" id="{BBFCB9DB-EE67-44C9-A9EF-26F1487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00975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单实例摸底</a:t>
            </a:r>
          </a:p>
        </p:txBody>
      </p:sp>
      <p:sp>
        <p:nvSpPr>
          <p:cNvPr id="230" name="text-228">
            <a:extLst xmlns:a="http://schemas.openxmlformats.org/drawingml/2006/main">
              <a:ext uri="{FF2B5EF4-FFF2-40B4-BE49-F238E27FC236}">
                <a16:creationId xmlns:a16="http://schemas.microsoft.com/office/drawing/2014/main" id="{C00C5CB5-84F9-457F-BB1A-319F086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53400"/>
            <a:ext cx="273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固定实例规格与数据量</a:t>
            </a:r>
          </a:p>
        </p:txBody>
      </p:sp>
      <p:sp>
        <p:nvSpPr>
          <p:cNvPr id="231" name="shape-229">
            <a:extLst xmlns:a="http://schemas.openxmlformats.org/drawingml/2006/main">
              <a:ext uri="{FF2B5EF4-FFF2-40B4-BE49-F238E27FC236}">
                <a16:creationId xmlns:a16="http://schemas.microsoft.com/office/drawing/2014/main" id="{910BA02E-F3B0-409E-AF53-A91CB68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32" name="shape-230">
            <a:extLst xmlns:a="http://schemas.openxmlformats.org/drawingml/2006/main">
              <a:ext uri="{FF2B5EF4-FFF2-40B4-BE49-F238E27FC236}">
                <a16:creationId xmlns:a16="http://schemas.microsoft.com/office/drawing/2014/main" id="{8586D91F-171E-4A8A-9D87-3EA895A0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91" name=""/>
          <p:cNvCxnSpPr>
            <a:stCxn xmlns:a="http://schemas.openxmlformats.org/drawingml/2006/main" id="231" idx="3"/>
            <a:endCxn xmlns:a="http://schemas.openxmlformats.org/drawingml/2006/main" id="232" idx="1"/>
          </p:cNvCxnSpPr>
          <p:nvPr/>
        </p:nvCxnSpPr>
        <p:spPr>
          <a:xfrm xmlns:a="http://schemas.openxmlformats.org/drawingml/2006/main">
            <a:off x="2981325" y="7958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34" name="glyph-ellipse-232">
            <a:extLst xmlns:a="http://schemas.openxmlformats.org/drawingml/2006/main">
              <a:ext uri="{FF2B5EF4-FFF2-40B4-BE49-F238E27FC236}">
                <a16:creationId xmlns:a16="http://schemas.microsoft.com/office/drawing/2014/main" id="{5AAE1FEA-8520-4977-903B-B5869F4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7839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9525">
            <a:solidFill>
              <a:srgbClr val="2166B0"/>
            </a:solidFill>
          </a:ln>
        </p:spPr>
      </p:sp>
      <p:sp>
        <p:nvSpPr>
          <p:cNvPr id="235" name="text-233">
            <a:extLst xmlns:a="http://schemas.openxmlformats.org/drawingml/2006/main">
              <a:ext uri="{FF2B5EF4-FFF2-40B4-BE49-F238E27FC236}">
                <a16:creationId xmlns:a16="http://schemas.microsoft.com/office/drawing/2014/main" id="{9E5FF93C-438D-4135-850A-FE1DC26D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78295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236" name="text-234">
            <a:extLst xmlns:a="http://schemas.openxmlformats.org/drawingml/2006/main">
              <a:ext uri="{FF2B5EF4-FFF2-40B4-BE49-F238E27FC236}">
                <a16:creationId xmlns:a16="http://schemas.microsoft.com/office/drawing/2014/main" id="{4EC1C717-E9D3-46AB-9F1B-F2460669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7800975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集群阶梯</a:t>
            </a:r>
          </a:p>
        </p:txBody>
      </p:sp>
      <p:sp>
        <p:nvSpPr>
          <p:cNvPr id="237" name="text-235">
            <a:extLst xmlns:a="http://schemas.openxmlformats.org/drawingml/2006/main">
              <a:ext uri="{FF2B5EF4-FFF2-40B4-BE49-F238E27FC236}">
                <a16:creationId xmlns:a16="http://schemas.microsoft.com/office/drawing/2014/main" id="{0D81CC81-AD54-496B-B1DA-FEEC1DE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8153400"/>
            <a:ext cx="273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100 / 250 / 500 Run</a:t>
            </a:r>
          </a:p>
        </p:txBody>
      </p:sp>
      <p:sp>
        <p:nvSpPr>
          <p:cNvPr id="238" name="shape-236">
            <a:extLst xmlns:a="http://schemas.openxmlformats.org/drawingml/2006/main">
              <a:ext uri="{FF2B5EF4-FFF2-40B4-BE49-F238E27FC236}">
                <a16:creationId xmlns:a16="http://schemas.microsoft.com/office/drawing/2014/main" id="{BF7F18DB-0FA3-4CAB-9425-C564DB0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39" name="shape-237">
            <a:extLst xmlns:a="http://schemas.openxmlformats.org/drawingml/2006/main">
              <a:ext uri="{FF2B5EF4-FFF2-40B4-BE49-F238E27FC236}">
                <a16:creationId xmlns:a16="http://schemas.microsoft.com/office/drawing/2014/main" id="{45537E72-47C3-4401-9AD3-0F52C3EF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98" name=""/>
          <p:cNvCxnSpPr>
            <a:stCxn xmlns:a="http://schemas.openxmlformats.org/drawingml/2006/main" id="238" idx="3"/>
            <a:endCxn xmlns:a="http://schemas.openxmlformats.org/drawingml/2006/main" id="239" idx="1"/>
          </p:cNvCxnSpPr>
          <p:nvPr/>
        </p:nvCxnSpPr>
        <p:spPr>
          <a:xfrm xmlns:a="http://schemas.openxmlformats.org/drawingml/2006/main">
            <a:off x="5867400" y="7958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41" name="glyph-ellipse-239">
            <a:extLst xmlns:a="http://schemas.openxmlformats.org/drawingml/2006/main">
              <a:ext uri="{FF2B5EF4-FFF2-40B4-BE49-F238E27FC236}">
                <a16:creationId xmlns:a16="http://schemas.microsoft.com/office/drawing/2014/main" id="{DEB78B22-D1B9-4F52-968C-B4CEF7A5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839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9525">
            <a:solidFill>
              <a:srgbClr val="2166B0"/>
            </a:solidFill>
          </a:ln>
        </p:spPr>
      </p:sp>
      <p:sp>
        <p:nvSpPr>
          <p:cNvPr id="242" name="text-240">
            <a:extLst xmlns:a="http://schemas.openxmlformats.org/drawingml/2006/main">
              <a:ext uri="{FF2B5EF4-FFF2-40B4-BE49-F238E27FC236}">
                <a16:creationId xmlns:a16="http://schemas.microsoft.com/office/drawing/2014/main" id="{258CAB19-45E8-4260-B73B-09ABEF3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8295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243" name="text-241">
            <a:extLst xmlns:a="http://schemas.openxmlformats.org/drawingml/2006/main">
              <a:ext uri="{FF2B5EF4-FFF2-40B4-BE49-F238E27FC236}">
                <a16:creationId xmlns:a16="http://schemas.microsoft.com/office/drawing/2014/main" id="{1D4DAC37-3E62-498B-86A1-231DCCE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800975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目标混压</a:t>
            </a:r>
          </a:p>
        </p:txBody>
      </p:sp>
      <p:sp>
        <p:nvSpPr>
          <p:cNvPr id="244" name="text-242">
            <a:extLst xmlns:a="http://schemas.openxmlformats.org/drawingml/2006/main">
              <a:ext uri="{FF2B5EF4-FFF2-40B4-BE49-F238E27FC236}">
                <a16:creationId xmlns:a16="http://schemas.microsoft.com/office/drawing/2014/main" id="{FE5632DC-1632-4BC3-9304-B632734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8153400"/>
            <a:ext cx="273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500 Run＋300 QPS，30min×3</a:t>
            </a:r>
          </a:p>
        </p:txBody>
      </p:sp>
      <p:sp>
        <p:nvSpPr>
          <p:cNvPr id="245" name="shape-243">
            <a:extLst xmlns:a="http://schemas.openxmlformats.org/drawingml/2006/main">
              <a:ext uri="{FF2B5EF4-FFF2-40B4-BE49-F238E27FC236}">
                <a16:creationId xmlns:a16="http://schemas.microsoft.com/office/drawing/2014/main" id="{D9802FAA-C5E7-48FB-9390-AF9283E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46" name="shape-244">
            <a:extLst xmlns:a="http://schemas.openxmlformats.org/drawingml/2006/main">
              <a:ext uri="{FF2B5EF4-FFF2-40B4-BE49-F238E27FC236}">
                <a16:creationId xmlns:a16="http://schemas.microsoft.com/office/drawing/2014/main" id="{FC964403-17E7-497B-BEED-2E4FB959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05" name="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8753475" y="7958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48" name="glyph-ellipse-246">
            <a:extLst xmlns:a="http://schemas.openxmlformats.org/drawingml/2006/main">
              <a:ext uri="{FF2B5EF4-FFF2-40B4-BE49-F238E27FC236}">
                <a16:creationId xmlns:a16="http://schemas.microsoft.com/office/drawing/2014/main" id="{B40DAD39-C073-46FD-BCF1-83354566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7839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9525">
            <a:solidFill>
              <a:srgbClr val="2166B0"/>
            </a:solidFill>
          </a:ln>
        </p:spPr>
      </p:sp>
      <p:sp>
        <p:nvSpPr>
          <p:cNvPr id="249" name="text-247">
            <a:extLst xmlns:a="http://schemas.openxmlformats.org/drawingml/2006/main">
              <a:ext uri="{FF2B5EF4-FFF2-40B4-BE49-F238E27FC236}">
                <a16:creationId xmlns:a16="http://schemas.microsoft.com/office/drawing/2014/main" id="{1CB79E40-9C91-4FFB-8A9D-EE97FFE0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78295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50" name="text-248">
            <a:extLst xmlns:a="http://schemas.openxmlformats.org/drawingml/2006/main">
              <a:ext uri="{FF2B5EF4-FFF2-40B4-BE49-F238E27FC236}">
                <a16:creationId xmlns:a16="http://schemas.microsoft.com/office/drawing/2014/main" id="{2966F605-5B7C-4D95-B8D5-A7E18E11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7800975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持续运行</a:t>
            </a:r>
          </a:p>
        </p:txBody>
      </p:sp>
      <p:sp>
        <p:nvSpPr>
          <p:cNvPr id="251" name="text-249">
            <a:extLst xmlns:a="http://schemas.openxmlformats.org/drawingml/2006/main">
              <a:ext uri="{FF2B5EF4-FFF2-40B4-BE49-F238E27FC236}">
                <a16:creationId xmlns:a16="http://schemas.microsoft.com/office/drawing/2014/main" id="{6AE4EB60-DD80-46AA-84D2-5296C95A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153400"/>
            <a:ext cx="273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目标混合负载保持8小时</a:t>
            </a:r>
          </a:p>
        </p:txBody>
      </p:sp>
      <p:sp>
        <p:nvSpPr>
          <p:cNvPr id="252" name="shape-250">
            <a:extLst xmlns:a="http://schemas.openxmlformats.org/drawingml/2006/main">
              <a:ext uri="{FF2B5EF4-FFF2-40B4-BE49-F238E27FC236}">
                <a16:creationId xmlns:a16="http://schemas.microsoft.com/office/drawing/2014/main" id="{FA53011C-211C-4673-B5C7-B9D0A6B7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53" name="shape-251">
            <a:extLst xmlns:a="http://schemas.openxmlformats.org/drawingml/2006/main">
              <a:ext uri="{FF2B5EF4-FFF2-40B4-BE49-F238E27FC236}">
                <a16:creationId xmlns:a16="http://schemas.microsoft.com/office/drawing/2014/main" id="{78BA8036-2F46-4035-AC8C-B9C6DC3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953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12" name=""/>
          <p:cNvCxnSpPr>
            <a:stCxn xmlns:a="http://schemas.openxmlformats.org/drawingml/2006/main" id="252" idx="3"/>
            <a:endCxn xmlns:a="http://schemas.openxmlformats.org/drawingml/2006/main" id="253" idx="1"/>
          </p:cNvCxnSpPr>
          <p:nvPr/>
        </p:nvCxnSpPr>
        <p:spPr>
          <a:xfrm xmlns:a="http://schemas.openxmlformats.org/drawingml/2006/main">
            <a:off x="11639550" y="7958138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55" name="glyph-ellipse-253">
            <a:extLst xmlns:a="http://schemas.openxmlformats.org/drawingml/2006/main">
              <a:ext uri="{FF2B5EF4-FFF2-40B4-BE49-F238E27FC236}">
                <a16:creationId xmlns:a16="http://schemas.microsoft.com/office/drawing/2014/main" id="{7C0FCDA1-7CBE-480D-AE51-E6E05F8B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839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9525">
            <a:solidFill>
              <a:srgbClr val="2166B0"/>
            </a:solidFill>
          </a:ln>
        </p:spPr>
      </p:sp>
      <p:sp>
        <p:nvSpPr>
          <p:cNvPr id="256" name="text-254">
            <a:extLst xmlns:a="http://schemas.openxmlformats.org/drawingml/2006/main">
              <a:ext uri="{FF2B5EF4-FFF2-40B4-BE49-F238E27FC236}">
                <a16:creationId xmlns:a16="http://schemas.microsoft.com/office/drawing/2014/main" id="{43AB272F-BF86-4EDE-BC62-C2D4967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82955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57" name="text-255">
            <a:extLst xmlns:a="http://schemas.openxmlformats.org/drawingml/2006/main">
              <a:ext uri="{FF2B5EF4-FFF2-40B4-BE49-F238E27FC236}">
                <a16:creationId xmlns:a16="http://schemas.microsoft.com/office/drawing/2014/main" id="{90533A9D-C780-41A3-B6E2-9972280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7800975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异常与恢复</a:t>
            </a:r>
          </a:p>
        </p:txBody>
      </p:sp>
      <p:sp>
        <p:nvSpPr>
          <p:cNvPr id="258" name="text-256">
            <a:extLst xmlns:a="http://schemas.openxmlformats.org/drawingml/2006/main">
              <a:ext uri="{FF2B5EF4-FFF2-40B4-BE49-F238E27FC236}">
                <a16:creationId xmlns:a16="http://schemas.microsoft.com/office/drawing/2014/main" id="{E21453B2-CB0F-495F-90D8-DD8B3A41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8153400"/>
            <a:ext cx="273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慢流 / 大帧 / 重连 / 回调</a:t>
            </a:r>
          </a:p>
        </p:txBody>
      </p:sp>
    </p:spTree>
    <p:extLst>
      <p:ext uri="{BB962C8B-B14F-4D97-AF65-F5344CB8AC3E}">
        <p14:creationId xmlns:p14="http://schemas.microsoft.com/office/powerpoint/2010/main" val="1764944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2026-09-27T19:44:22.9000000Z</dcterms:created>
  <dcterms:modified xsi:type="dcterms:W3CDTF">2026-09-27T19:44:22.9000000Z</dcterms:modified>
</coreProperties>
</file>