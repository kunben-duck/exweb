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ad5911ca8340b7" /><Relationship Type="http://schemas.openxmlformats.org/officeDocument/2006/relationships/extended-properties" Target="/docProps/app.xml" Id="R7b1f0e4108364719" /><Relationship Type="http://schemas.openxmlformats.org/officeDocument/2006/relationships/officeDocument" Target="/ppt/presentation.xml" Id="Rcd2210fb954447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fbb1a44a752418d"/>
  </p:sldMasterIdLst>
  <p:notesMasterIdLst>
    <p:notesMasterId xmlns:r="http://schemas.openxmlformats.org/officeDocument/2006/relationships" r:id="Rc322026d2a7f40fd"/>
  </p:notesMasterIdLst>
  <p:sldIdLst>
    <p:sldId xmlns:r="http://schemas.openxmlformats.org/officeDocument/2006/relationships" id="256" r:id="R4637eda199664f6f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9fb814c47484d40" /><Relationship Type="http://schemas.openxmlformats.org/officeDocument/2006/relationships/slideMaster" Target="/ppt/slideMasters/slideMaster1.xml" Id="Rafbb1a44a752418d" /><Relationship Type="http://schemas.openxmlformats.org/officeDocument/2006/relationships/notesMaster" Target="/ppt/notesMasters/notesMaster1.xml" Id="Rc322026d2a7f40fd" /><Relationship Type="http://schemas.openxmlformats.org/officeDocument/2006/relationships/presProps" Target="/ppt/presProps.xml" Id="R15ac0e27a06a4c8e" /><Relationship Type="http://schemas.openxmlformats.org/officeDocument/2006/relationships/tableStyles" Target="/ppt/tableStyles.xml" Id="R133d56f9d9e24045" /><Relationship Type="http://schemas.openxmlformats.org/officeDocument/2006/relationships/slide" Target="/ppt/slides/slide1.xml" Id="R4637eda199664f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cc81d1073c74d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2e33f02b6444b2" /><Relationship Type="http://schemas.openxmlformats.org/officeDocument/2006/relationships/notesMaster" Target="/ppt/notesMasters/notesMaster1.xml" Id="Rfb4776f8e87a49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核心与非核心服务拆分方案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信息来源与范围</a:t>
            </a:r>
          </a:p>
          <a:p xmlns:a="http://schemas.openxmlformats.org/drawingml/2006/main">
            <a:r>
              <a:t>当前架构及目标拆分来自用户在本对话确认的事实：前端聊天调用ChatService再转发一体agentService；前端权限及技能配置查询直接访问agentService，agentService同时提供管理和运营能力。此前用户确认agentService同时提供统一chat转发DomainAgent与MCP服务，relayService通过MCP调用该服务。当前Chat、Relay、agentService共享DB（openGauss）及Redis。用户最新要求将权限能力收敛ChatService，本页作为目标方案，不宣称代码或部署已完成。图采用业务逻辑调用关系，省略ALB/saas gateway/第三方intentService等不变部分，未改变API经网关、WS从ALB直达ChatService的部署事实。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现状问题</a:t>
            </a:r>
          </a:p>
          <a:p xmlns:a="http://schemas.openxmlformats.org/drawingml/2006/main">
            <a:r>
              <a:t>一体agentService把业务权限、运行态关键技能查询、前端展示、配置管理、运营、统一chat和MCP装在同一进程或服务内。管理批任务、查询突发或慢下游容易争抢线程、连接和内存。Chat直连DomainAgent路线经agentService，Relay的MCP也经agentService，因此Relay并非独立于该服务的完整容灾通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目标职责</a:t>
            </a:r>
          </a:p>
          <a:p xmlns:a="http://schemas.openxmlformats.org/drawingml/2006/main">
            <a:r>
              <a:t>ChatService保留Run编排并统一前端业务权限接口与每次Run/技能/附件请求的服务端业务授权。前端权限展示不得替代后端校验。身份认证体系与网关边界不变，WS直连请求仍由ChatService执行必要的身份及订阅归属检查。toolService面向Chat的统一chat与面向Relay的MCP负责下游执行、流式转发、取消及结果核对，不承担前端展示或后台运营任务。agentService保留可降级技能展示、辅助查询及运营读接口，重查询需独立预算。adminService承担配置管理、技能和权限策略管理、运营管理与配置发布。批任务资源需独立限制。管理面自身身份、管理权限及审计仍由管理服务和现有认证边界保障，不将业务权限收敛解释为所有管理接口免鉴权，也不强制所有管理请求同步调用ChatService。所有服务对接收的可信身份及授权上下文校验，toolService不信任前端自报的skillId授权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运行态关键配置</a:t>
            </a:r>
          </a:p>
          <a:p xmlns:a="http://schemas.openxmlformats.org/drawingml/2006/main">
            <a:r>
              <a:t>技能展示数据可以由agentService直查，但授权、留存策略、附件规则以及skillId到下游的映射属于核心执行前置条件，不能仅改服务名称便称为非核心。adminService发布带版本、校验、兼容范围和激活时间的配置。ChatService加载授权与关键业务策略，toolService加载路由与契约，agentService加载展示配置。每个Run记录关键配置版本，运行中映射改变不得把已有取消、回调或工具调用改投另一Agent。图中底部两个快照是核心服务本地有效配置，不是新设共享同步服务。虚线表示版本发布与加载，非每次Run向adminService或agentService同步查询。</a:t>
            </a:r>
          </a:p>
          <a:p xmlns:a="http://schemas.openxmlformats.org/drawingml/2006/main">
            <a:r>
              <a:t>配置发布事实持久化在已有共享DB职责范围，Redis只作通知/缓存的一部分，不以Pub/Sub保证必达。核心实例启动和运行期间要核对版本并有限度拉取已发布事实，限制回源与抖动。缓存不是无限期授权承诺。权限撤销时效、有效期和未知配置行为须签认，不得在agent/admin故障时默认放行；没有有效关键快照则按规则拒绝新业务或停止接新流量。权限收敛不等于取消对原有鉴权、组织或第三方身份系统的必要依赖，应单独登记其期限与失效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资源及数据隔离</a:t>
            </a:r>
          </a:p>
          <a:p xmlns:a="http://schemas.openxmlformats.org/drawingml/2006/main">
            <a:r>
              <a:t>拆分目标服务使用独立ADS实例组、进程/调度和连接预算，chat/MCP也分别隔离。管理和非核心查询不得通过共享线程池或同步RPC重新阻塞核心。共享DB/Redis初期继续使用，命名空间、服务账号及数据职责能隔离权限及治理责任，不能隔离硬件容量。全服务连接池总和计入灰度/滚动重叠副本与DB治理预留。对运营SQL、写入和Redis回源独立限流，保护Run受理、Stop、心跳及终态能力。连接与资源预算需实测，不以扩大线程/连接池为默认方案。图中共享资源横条代表各服务按职责访问，不代表所有服务可随意读写同一张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迁移与兼容</a:t>
            </a:r>
          </a:p>
          <a:p xmlns:a="http://schemas.openxmlformats.org/drawingml/2006/main">
            <a:r>
              <a:t>先建立模块指标、调用链、资源预算及故障对照基线；建立admin配置发布和核心快照加载能力；再迁移权限接口及校验到ChatService；抽出toolService统一chat和MCP，保留既有skillId、错误/流式事件及取消/回调语义并按路由灰度；最后将展示查询及运营读取留agentService并隔离管理运营写入。权限迁移同时覆盖前端接口、服务端拒绝行为和旧端点兼容，不能同时存在两套不一致的授权判定。已有在途Run仍由原owner及旧目标处理，禁止盲目迁移/重跑。使用受控版本回退，不让新旧管理路径同时写同一配置主权。未知结果先核对远端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验收</a:t>
            </a:r>
          </a:p>
          <a:p xmlns:a="http://schemas.openxmlformats.org/drawingml/2006/main">
            <a:r>
              <a:t>将agentService查询打满、adminService停止或注入管理批量SQL，与正常聊天和Stop同时运行。有效配置与权限允许范围内，核心请求应满足目标并发、期限和资源上界。分别验证权限到期、撤销、未知版本、冷启动无快照、Redis通知丢失、共享DB慢、toolService黑洞、Relay MCP扇出及取消。非核心不可用时前端展示允许降级，但不能放松权限边界，不能声称所有业务功能无损。日志记录实际执行服务、模块、runId、skillId、配置版本、调用/错误边界和尝试次数，脱敏有界。数值容量、SLO、ADS隔离及故障验收尚未实测，目标设计待实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仓库参考</a:t>
            </a:r>
          </a:p>
          <a:p xmlns:a="http://schemas.openxmlformats.org/drawingml/2006/main">
            <a:r>
              <a:t>/Users/uben/project/project/FinanceEXChatService/docs/architecture/high-availability/deployment.md</a:t>
            </a:r>
          </a:p>
          <a:p xmlns:a="http://schemas.openxmlformats.org/drawingml/2006/main">
            <a:r>
              <a:t>/Users/uben/project/project/FinanceEXChatService/docs/architecture/high-availability/risks.md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01  权限集中，服务端校验</a:t>
            </a:r>
          </a:p>
          <a:p xmlns:a="http://schemas.openxmlformats.org/drawingml/2006/main">
            <a:r>
              <a:t>ChatService统一业务权限接口，</a:t>
            </a:r>
          </a:p>
          <a:p xmlns:a="http://schemas.openxmlformats.org/drawingml/2006/main">
            <a:r>
              <a:t>并校验Run、技能与附件授权。</a:t>
            </a:r>
          </a:p>
          <a:p xmlns:a="http://schemas.openxmlformats.org/drawingml/2006/main">
            <a:r>
              <a:t>各服务仍校验身份与授权上下文。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02  toolService专注执行</a:t>
            </a:r>
          </a:p>
          <a:p xmlns:a="http://schemas.openxmlformats.org/drawingml/2006/main">
            <a:r>
              <a:t>统一chat与MCP分别设置并发、</a:t>
            </a:r>
          </a:p>
          <a:p xmlns:a="http://schemas.openxmlformats.org/drawingml/2006/main">
            <a:r>
              <a:t>超时及资源预算。两条执行路径</a:t>
            </a:r>
          </a:p>
          <a:p xmlns:a="http://schemas.openxmlformats.org/drawingml/2006/main">
            <a:r>
              <a:t>仍共享toolService这一依赖。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03  核心请求不查管理面</a:t>
            </a:r>
          </a:p>
          <a:p xmlns:a="http://schemas.openxmlformats.org/drawingml/2006/main">
            <a:r>
              <a:t>adminService发布版本化配置。</a:t>
            </a:r>
          </a:p>
          <a:p xmlns:a="http://schemas.openxmlformats.org/drawingml/2006/main">
            <a:r>
              <a:t>Chat/tool使用有效快照。关键</a:t>
            </a:r>
          </a:p>
          <a:p xmlns:a="http://schemas.openxmlformats.org/drawingml/2006/main">
            <a:r>
              <a:t>权限未知或失效时不得默认放行。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04  独立部署，约束共享资源</a:t>
            </a:r>
          </a:p>
          <a:p xmlns:a="http://schemas.openxmlformats.org/drawingml/2006/main">
            <a:r>
              <a:t>分别配置ADS实例及资源上限，</a:t>
            </a:r>
          </a:p>
          <a:p xmlns:a="http://schemas.openxmlformats.org/drawingml/2006/main">
            <a:r>
              <a:t>独立连接预算、线程池与限流。</a:t>
            </a:r>
          </a:p>
          <a:p xmlns:a="http://schemas.openxmlformats.org/drawingml/2006/main">
            <a:r>
              <a:t>共享DB/Redis仍是共同故障域。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05  按故障隔离效果验收</a:t>
            </a:r>
          </a:p>
          <a:p xmlns:a="http://schemas.openxmlformats.org/drawingml/2006/main">
            <a:r>
              <a:t>查询或管理过载时，在有效策略</a:t>
            </a:r>
          </a:p>
          <a:p xmlns:a="http://schemas.openxmlformats.org/drawingml/2006/main">
            <a:r>
              <a:t>范围内保持聊天与Stop能力。</a:t>
            </a:r>
          </a:p>
          <a:p xmlns:a="http://schemas.openxmlformats.org/drawingml/2006/main">
            <a:r>
              <a:t>配置撤销、发布及回滚单独验证。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68029934be40c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eef0feb45e4b37" /><Relationship Type="http://schemas.openxmlformats.org/officeDocument/2006/relationships/slideLayout" Target="/ppt/slideLayouts/slideLayout1.xml" Id="R00a0b24bd08548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a0b24bd08548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536e042cf417c" /><Relationship Type="http://schemas.openxmlformats.org/officeDocument/2006/relationships/notesSlide" Target="/ppt/notesSlides/notesSlide1.xml" Id="R5f6107bcf1de43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6" name="text-0">
            <a:extLst xmlns:a="http://schemas.openxmlformats.org/drawingml/2006/main">
              <a:ext uri="{FF2B5EF4-FFF2-40B4-BE49-F238E27FC236}">
                <a16:creationId xmlns:a16="http://schemas.microsoft.com/office/drawing/2014/main" id="{4B4F1C83-75B6-4F47-AEBD-12809809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5750"/>
            <a:ext cx="141922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32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核心与非核心服务拆分方案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718A9387-2F5B-4889-8ED5-F687C1F5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81075"/>
            <a:ext cx="14097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权限归ChatService，工具执行归toolService，查询与管理分别隔离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29E951C7-79B4-42FD-A840-BF281DDC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62100"/>
            <a:ext cx="3724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现状：agentService职责集中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43B6096F-C0F9-4B35-9577-30E2F644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1562100"/>
            <a:ext cx="6419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目标：执行、查询、管理分离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1AB8BBCE-0465-4D5C-AA15-FB6F1733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562100"/>
            <a:ext cx="3381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9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关键职责与隔离设计</a:t>
            </a:r>
          </a:p>
        </p:txBody>
      </p:sp>
      <p:sp>
        <p:nvSpPr>
          <p:cNvPr id="6" name="line-5">
            <a:extLst xmlns:a="http://schemas.openxmlformats.org/drawingml/2006/main">
              <a:ext uri="{FF2B5EF4-FFF2-40B4-BE49-F238E27FC236}">
                <a16:creationId xmlns:a16="http://schemas.microsoft.com/office/drawing/2014/main" id="{6893B195-6BD8-4736-82C8-24EFF413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590675"/>
            <a:ext cx="0" cy="53625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CEE5"/>
            </a:solidFill>
            <a:prstDash val="solid"/>
          </a:ln>
        </p:spPr>
      </p:sp>
      <p:sp>
        <p:nvSpPr>
          <p:cNvPr id="7" name="line-6">
            <a:extLst xmlns:a="http://schemas.openxmlformats.org/drawingml/2006/main">
              <a:ext uri="{FF2B5EF4-FFF2-40B4-BE49-F238E27FC236}">
                <a16:creationId xmlns:a16="http://schemas.microsoft.com/office/drawing/2014/main" id="{4B779A4D-65D1-45DB-8199-61089F10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1581150"/>
            <a:ext cx="0" cy="6153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CEE5"/>
            </a:solidFill>
            <a:prstDash val="solid"/>
          </a:ln>
        </p:spPr>
      </p:sp>
      <p:sp>
        <p:nvSpPr>
          <p:cNvPr id="8" name="glyph-roundRect-7">
            <a:extLst xmlns:a="http://schemas.openxmlformats.org/drawingml/2006/main">
              <a:ext uri="{FF2B5EF4-FFF2-40B4-BE49-F238E27FC236}">
                <a16:creationId xmlns:a16="http://schemas.microsoft.com/office/drawing/2014/main" id="{DE080EAC-33A5-4D9F-8139-2A4950FC4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05050"/>
            <a:ext cx="771525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9" name="line-8">
            <a:extLst xmlns:a="http://schemas.openxmlformats.org/drawingml/2006/main">
              <a:ext uri="{FF2B5EF4-FFF2-40B4-BE49-F238E27FC236}">
                <a16:creationId xmlns:a16="http://schemas.microsoft.com/office/drawing/2014/main" id="{E192AA0C-6A5F-4859-96A6-C0C04113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771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3A63"/>
            </a:solidFill>
            <a:prstDash val="solid"/>
          </a:ln>
        </p:spPr>
      </p:sp>
      <p:sp>
        <p:nvSpPr>
          <p:cNvPr id="10" name="glyph-ellipse-9">
            <a:extLst xmlns:a="http://schemas.openxmlformats.org/drawingml/2006/main">
              <a:ext uri="{FF2B5EF4-FFF2-40B4-BE49-F238E27FC236}">
                <a16:creationId xmlns:a16="http://schemas.microsoft.com/office/drawing/2014/main" id="{179C96A7-B41A-4444-8FDB-F1F6E05D5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5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1" name="glyph-ellipse-10">
            <a:extLst xmlns:a="http://schemas.openxmlformats.org/drawingml/2006/main">
              <a:ext uri="{FF2B5EF4-FFF2-40B4-BE49-F238E27FC236}">
                <a16:creationId xmlns:a16="http://schemas.microsoft.com/office/drawing/2014/main" id="{54F99680-0DF9-4F6B-878B-A5656183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235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2" name="glyph-ellipse-11">
            <a:extLst xmlns:a="http://schemas.openxmlformats.org/drawingml/2006/main">
              <a:ext uri="{FF2B5EF4-FFF2-40B4-BE49-F238E27FC236}">
                <a16:creationId xmlns:a16="http://schemas.microsoft.com/office/drawing/2014/main" id="{8EC0ACF6-EF01-46CC-8094-01176BD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5267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" name="shape-12">
            <a:extLst xmlns:a="http://schemas.openxmlformats.org/drawingml/2006/main">
              <a:ext uri="{FF2B5EF4-FFF2-40B4-BE49-F238E27FC236}">
                <a16:creationId xmlns:a16="http://schemas.microsoft.com/office/drawing/2014/main" id="{32F3CF42-1F19-45F0-91EB-B3840769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531" y="2522982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4" name="shape-13">
            <a:extLst xmlns:a="http://schemas.openxmlformats.org/drawingml/2006/main">
              <a:ext uri="{FF2B5EF4-FFF2-40B4-BE49-F238E27FC236}">
                <a16:creationId xmlns:a16="http://schemas.microsoft.com/office/drawing/2014/main" id="{D69EABD9-6BAC-4B93-AA36-29886C44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8" y="260223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20" name=""/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38473" y="2527745"/>
            <a:ext cx="83058" cy="79248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6" name="line-15">
            <a:extLst xmlns:a="http://schemas.openxmlformats.org/drawingml/2006/main">
              <a:ext uri="{FF2B5EF4-FFF2-40B4-BE49-F238E27FC236}">
                <a16:creationId xmlns:a16="http://schemas.microsoft.com/office/drawing/2014/main" id="{24927F5D-F584-492D-ACC7-FA6F0FBD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948" y="2602230"/>
            <a:ext cx="92583" cy="8420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17" name="line-16">
            <a:extLst xmlns:a="http://schemas.openxmlformats.org/drawingml/2006/main">
              <a:ext uri="{FF2B5EF4-FFF2-40B4-BE49-F238E27FC236}">
                <a16:creationId xmlns:a16="http://schemas.microsoft.com/office/drawing/2014/main" id="{5FA463F3-2FB4-43F6-BBDB-796E612CC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79" y="2522982"/>
            <a:ext cx="100298" cy="7924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18" name="shape-17">
            <a:extLst xmlns:a="http://schemas.openxmlformats.org/drawingml/2006/main">
              <a:ext uri="{FF2B5EF4-FFF2-40B4-BE49-F238E27FC236}">
                <a16:creationId xmlns:a16="http://schemas.microsoft.com/office/drawing/2014/main" id="{6A217A41-26F5-4ABF-A366-236955FA1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877" y="260223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9" name="shape-18">
            <a:extLst xmlns:a="http://schemas.openxmlformats.org/drawingml/2006/main">
              <a:ext uri="{FF2B5EF4-FFF2-40B4-BE49-F238E27FC236}">
                <a16:creationId xmlns:a16="http://schemas.microsoft.com/office/drawing/2014/main" id="{214EA496-FF0E-486B-AFC4-C85873548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9579" y="2686431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25" name=""/>
          <p:cNvCxnSpPr>
            <a:stCxn xmlns:a="http://schemas.openxmlformats.org/drawingml/2006/main" id="18" idx="1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1209104" y="2606993"/>
            <a:ext cx="90773" cy="84201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1" name="shape-20">
            <a:extLst xmlns:a="http://schemas.openxmlformats.org/drawingml/2006/main">
              <a:ext uri="{FF2B5EF4-FFF2-40B4-BE49-F238E27FC236}">
                <a16:creationId xmlns:a16="http://schemas.microsoft.com/office/drawing/2014/main" id="{A2A3E0C0-18C6-4365-A153-4EA6BC611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135" y="250317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2" name="shape-21">
            <a:extLst xmlns:a="http://schemas.openxmlformats.org/drawingml/2006/main">
              <a:ext uri="{FF2B5EF4-FFF2-40B4-BE49-F238E27FC236}">
                <a16:creationId xmlns:a16="http://schemas.microsoft.com/office/drawing/2014/main" id="{98232993-2E08-4215-A234-FC23B7A95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406" y="270129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28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 flipH="1">
            <a:off x="965169" y="2512695"/>
            <a:ext cx="115729" cy="1885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6620E61C-0BA3-4057-98D4-A8A5AF00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67025"/>
            <a:ext cx="971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前端Web</a:t>
            </a:r>
          </a:p>
        </p:txBody>
      </p:sp>
      <p:sp>
        <p:nvSpPr>
          <p:cNvPr id="25" name="glyph-roundRect-24">
            <a:extLst xmlns:a="http://schemas.openxmlformats.org/drawingml/2006/main">
              <a:ext uri="{FF2B5EF4-FFF2-40B4-BE49-F238E27FC236}">
                <a16:creationId xmlns:a16="http://schemas.microsoft.com/office/drawing/2014/main" id="{32DCEB39-3DCB-4684-B224-5BD4E616F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95525"/>
            <a:ext cx="400050" cy="428625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6" name="glyph-rect-25">
            <a:extLst xmlns:a="http://schemas.openxmlformats.org/drawingml/2006/main">
              <a:ext uri="{FF2B5EF4-FFF2-40B4-BE49-F238E27FC236}">
                <a16:creationId xmlns:a16="http://schemas.microsoft.com/office/drawing/2014/main" id="{30899BC6-388B-42C0-924A-879FEB07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106" y="2355533"/>
            <a:ext cx="304038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7" name="glyph-ellipse-26">
            <a:extLst xmlns:a="http://schemas.openxmlformats.org/drawingml/2006/main">
              <a:ext uri="{FF2B5EF4-FFF2-40B4-BE49-F238E27FC236}">
                <a16:creationId xmlns:a16="http://schemas.microsoft.com/office/drawing/2014/main" id="{E9ABDC43-9338-49C0-AEF7-2492F5466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376964"/>
            <a:ext cx="22003" cy="22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8" name="line-27">
            <a:extLst xmlns:a="http://schemas.openxmlformats.org/drawingml/2006/main">
              <a:ext uri="{FF2B5EF4-FFF2-40B4-BE49-F238E27FC236}">
                <a16:creationId xmlns:a16="http://schemas.microsoft.com/office/drawing/2014/main" id="{E8BF6E98-5888-4B00-A882-ADF9FE061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122" y="2389823"/>
            <a:ext cx="132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9" name="glyph-rect-28">
            <a:extLst xmlns:a="http://schemas.openxmlformats.org/drawingml/2006/main">
              <a:ext uri="{FF2B5EF4-FFF2-40B4-BE49-F238E27FC236}">
                <a16:creationId xmlns:a16="http://schemas.microsoft.com/office/drawing/2014/main" id="{D562EA97-5A51-4F8E-B181-CCAD5CEC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106" y="2462689"/>
            <a:ext cx="304038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30" name="glyph-ellipse-29">
            <a:extLst xmlns:a="http://schemas.openxmlformats.org/drawingml/2006/main">
              <a:ext uri="{FF2B5EF4-FFF2-40B4-BE49-F238E27FC236}">
                <a16:creationId xmlns:a16="http://schemas.microsoft.com/office/drawing/2014/main" id="{074A94CC-2775-4B53-8851-5F653E0DA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484120"/>
            <a:ext cx="22003" cy="22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31" name="line-30">
            <a:extLst xmlns:a="http://schemas.openxmlformats.org/drawingml/2006/main">
              <a:ext uri="{FF2B5EF4-FFF2-40B4-BE49-F238E27FC236}">
                <a16:creationId xmlns:a16="http://schemas.microsoft.com/office/drawing/2014/main" id="{D81BBD65-072A-4423-A9C3-0F0D5E153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122" y="2496979"/>
            <a:ext cx="132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32" name="glyph-rect-31">
            <a:extLst xmlns:a="http://schemas.openxmlformats.org/drawingml/2006/main">
              <a:ext uri="{FF2B5EF4-FFF2-40B4-BE49-F238E27FC236}">
                <a16:creationId xmlns:a16="http://schemas.microsoft.com/office/drawing/2014/main" id="{578EDAFE-D762-47FC-A273-25CB0C10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106" y="2569845"/>
            <a:ext cx="304038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33" name="glyph-ellipse-32">
            <a:extLst xmlns:a="http://schemas.openxmlformats.org/drawingml/2006/main">
              <a:ext uri="{FF2B5EF4-FFF2-40B4-BE49-F238E27FC236}">
                <a16:creationId xmlns:a16="http://schemas.microsoft.com/office/drawing/2014/main" id="{27C7BEA0-C048-4829-B409-14842A1AE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591276"/>
            <a:ext cx="22003" cy="2200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34" name="line-33">
            <a:extLst xmlns:a="http://schemas.openxmlformats.org/drawingml/2006/main">
              <a:ext uri="{FF2B5EF4-FFF2-40B4-BE49-F238E27FC236}">
                <a16:creationId xmlns:a16="http://schemas.microsoft.com/office/drawing/2014/main" id="{D46AA263-6175-4CE5-A735-142A7BA90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6122" y="2604135"/>
            <a:ext cx="1320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35" name="text-34">
            <a:extLst xmlns:a="http://schemas.openxmlformats.org/drawingml/2006/main">
              <a:ext uri="{FF2B5EF4-FFF2-40B4-BE49-F238E27FC236}">
                <a16:creationId xmlns:a16="http://schemas.microsoft.com/office/drawing/2014/main" id="{A19BD4AA-1730-46CF-A89E-068618EB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20002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ChatService</a:t>
            </a:r>
          </a:p>
        </p:txBody>
      </p:sp>
      <p:sp>
        <p:nvSpPr>
          <p:cNvPr id="36" name="shape-35">
            <a:extLst xmlns:a="http://schemas.openxmlformats.org/drawingml/2006/main">
              <a:ext uri="{FF2B5EF4-FFF2-40B4-BE49-F238E27FC236}">
                <a16:creationId xmlns:a16="http://schemas.microsoft.com/office/drawing/2014/main" id="{3FFD7A57-863A-4CE7-8E2C-7AF4FF670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543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37" name="shape-36">
            <a:extLst xmlns:a="http://schemas.openxmlformats.org/drawingml/2006/main">
              <a:ext uri="{FF2B5EF4-FFF2-40B4-BE49-F238E27FC236}">
                <a16:creationId xmlns:a16="http://schemas.microsoft.com/office/drawing/2014/main" id="{FC1A41D3-12DD-4AB7-A1CA-90418C9B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43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43" name="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409700" y="2547938"/>
            <a:ext cx="9144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64BC36CC-8F35-4CDC-BE70-6D2E7E0D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238375"/>
            <a:ext cx="676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聊天</a:t>
            </a:r>
          </a:p>
        </p:txBody>
      </p:sp>
      <p:sp>
        <p:nvSpPr>
          <p:cNvPr id="40" name="shape-39">
            <a:extLst xmlns:a="http://schemas.openxmlformats.org/drawingml/2006/main">
              <a:ext uri="{FF2B5EF4-FFF2-40B4-BE49-F238E27FC236}">
                <a16:creationId xmlns:a16="http://schemas.microsoft.com/office/drawing/2014/main" id="{214D64B6-6E90-4A45-A1EE-DCDFAA08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733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41" name="shape-40">
            <a:extLst xmlns:a="http://schemas.openxmlformats.org/drawingml/2006/main">
              <a:ext uri="{FF2B5EF4-FFF2-40B4-BE49-F238E27FC236}">
                <a16:creationId xmlns:a16="http://schemas.microsoft.com/office/drawing/2014/main" id="{5371C663-BA6E-4607-AFC8-640D2A41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752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47" name=""/>
          <p:cNvCxnSpPr>
            <a:stCxn xmlns:a="http://schemas.openxmlformats.org/drawingml/2006/main" id="40" idx="2"/>
            <a:endCxn xmlns:a="http://schemas.openxmlformats.org/drawingml/2006/main" id="41" idx="0"/>
          </p:cNvCxnSpPr>
          <p:nvPr/>
        </p:nvCxnSpPr>
        <p:spPr>
          <a:xfrm xmlns:a="http://schemas.openxmlformats.org/drawingml/2006/main">
            <a:off x="2528888" y="2743200"/>
            <a:ext cx="0" cy="10096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365BA7BD-5F0B-4B39-AA0D-3F8BFCEE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71825"/>
            <a:ext cx="838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chat /</a:t>
            </a:r>
          </a:p>
          <a:p xmlns:a="http://schemas.openxmlformats.org/drawingml/2006/main">
            <a:pPr algn="r">
              <a:def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关键配置</a:t>
            </a:r>
          </a:p>
        </p:txBody>
      </p:sp>
      <p:sp>
        <p:nvSpPr>
          <p:cNvPr id="44" name="glyph-roundRect-43">
            <a:extLst xmlns:a="http://schemas.openxmlformats.org/drawingml/2006/main">
              <a:ext uri="{FF2B5EF4-FFF2-40B4-BE49-F238E27FC236}">
                <a16:creationId xmlns:a16="http://schemas.microsoft.com/office/drawing/2014/main" id="{AD08C222-0634-40A9-911A-399E20268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219450"/>
            <a:ext cx="304800" cy="3333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45" name="glyph-rect-44">
            <a:extLst xmlns:a="http://schemas.openxmlformats.org/drawingml/2006/main">
              <a:ext uri="{FF2B5EF4-FFF2-40B4-BE49-F238E27FC236}">
                <a16:creationId xmlns:a16="http://schemas.microsoft.com/office/drawing/2014/main" id="{E2A8734D-C40C-48EA-8250-AEA704A56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101" y="3266123"/>
            <a:ext cx="231648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6" name="glyph-ellipse-45">
            <a:extLst xmlns:a="http://schemas.openxmlformats.org/drawingml/2006/main">
              <a:ext uri="{FF2B5EF4-FFF2-40B4-BE49-F238E27FC236}">
                <a16:creationId xmlns:a16="http://schemas.microsoft.com/office/drawing/2014/main" id="{8C45ECD9-EEB7-4D10-BA39-AFDBEAF7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3282791"/>
            <a:ext cx="16764" cy="1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47" name="line-46">
            <a:extLst xmlns:a="http://schemas.openxmlformats.org/drawingml/2006/main">
              <a:ext uri="{FF2B5EF4-FFF2-40B4-BE49-F238E27FC236}">
                <a16:creationId xmlns:a16="http://schemas.microsoft.com/office/drawing/2014/main" id="{5D1D1B4E-BD1C-4323-AF39-6A6D4EF4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589" y="3292793"/>
            <a:ext cx="100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48" name="glyph-rect-47">
            <a:extLst xmlns:a="http://schemas.openxmlformats.org/drawingml/2006/main">
              <a:ext uri="{FF2B5EF4-FFF2-40B4-BE49-F238E27FC236}">
                <a16:creationId xmlns:a16="http://schemas.microsoft.com/office/drawing/2014/main" id="{2D6836D2-7716-4A02-8A3A-9CA9FDB6C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101" y="3349466"/>
            <a:ext cx="231648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49" name="glyph-ellipse-48">
            <a:extLst xmlns:a="http://schemas.openxmlformats.org/drawingml/2006/main">
              <a:ext uri="{FF2B5EF4-FFF2-40B4-BE49-F238E27FC236}">
                <a16:creationId xmlns:a16="http://schemas.microsoft.com/office/drawing/2014/main" id="{988942DE-033B-4EE4-AAB5-E13DAEBE4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3366135"/>
            <a:ext cx="16764" cy="1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0" name="line-49">
            <a:extLst xmlns:a="http://schemas.openxmlformats.org/drawingml/2006/main">
              <a:ext uri="{FF2B5EF4-FFF2-40B4-BE49-F238E27FC236}">
                <a16:creationId xmlns:a16="http://schemas.microsoft.com/office/drawing/2014/main" id="{1AA286C5-9548-4B8B-BFA5-C132E69B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589" y="3376136"/>
            <a:ext cx="100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51" name="glyph-rect-50">
            <a:extLst xmlns:a="http://schemas.openxmlformats.org/drawingml/2006/main">
              <a:ext uri="{FF2B5EF4-FFF2-40B4-BE49-F238E27FC236}">
                <a16:creationId xmlns:a16="http://schemas.microsoft.com/office/drawing/2014/main" id="{5CC717E1-68F3-4038-A9E0-C6DC7655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5101" y="3432810"/>
            <a:ext cx="231648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52" name="glyph-ellipse-51">
            <a:extLst xmlns:a="http://schemas.openxmlformats.org/drawingml/2006/main">
              <a:ext uri="{FF2B5EF4-FFF2-40B4-BE49-F238E27FC236}">
                <a16:creationId xmlns:a16="http://schemas.microsoft.com/office/drawing/2014/main" id="{858419AF-DEC2-42D7-B485-A5411B2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9485" y="3449479"/>
            <a:ext cx="16764" cy="1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53" name="line-52">
            <a:extLst xmlns:a="http://schemas.openxmlformats.org/drawingml/2006/main">
              <a:ext uri="{FF2B5EF4-FFF2-40B4-BE49-F238E27FC236}">
                <a16:creationId xmlns:a16="http://schemas.microsoft.com/office/drawing/2014/main" id="{BC190F35-C800-4BA7-AE34-6BD9AB4A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9589" y="3459480"/>
            <a:ext cx="100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87EF9520-F660-4902-9C4A-60A21A636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914650"/>
            <a:ext cx="1304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relayService</a:t>
            </a:r>
          </a:p>
        </p:txBody>
      </p:sp>
      <p:sp>
        <p:nvSpPr>
          <p:cNvPr id="55" name="shape-54">
            <a:extLst xmlns:a="http://schemas.openxmlformats.org/drawingml/2006/main">
              <a:ext uri="{FF2B5EF4-FFF2-40B4-BE49-F238E27FC236}">
                <a16:creationId xmlns:a16="http://schemas.microsoft.com/office/drawing/2014/main" id="{AC2C37C6-09FE-4BCF-B050-81E166FC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24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56" name="shape-55">
            <a:extLst xmlns:a="http://schemas.openxmlformats.org/drawingml/2006/main">
              <a:ext uri="{FF2B5EF4-FFF2-40B4-BE49-F238E27FC236}">
                <a16:creationId xmlns:a16="http://schemas.microsoft.com/office/drawing/2014/main" id="{0D42EAD0-6CB0-444F-B924-7BA694036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24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2" name="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2733675" y="2528888"/>
            <a:ext cx="14097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58" name="shape-57">
            <a:extLst xmlns:a="http://schemas.openxmlformats.org/drawingml/2006/main">
              <a:ext uri="{FF2B5EF4-FFF2-40B4-BE49-F238E27FC236}">
                <a16:creationId xmlns:a16="http://schemas.microsoft.com/office/drawing/2014/main" id="{BD298C6C-C38D-4B90-9A6A-0A7CD321E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5241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59" name="shape-58">
            <a:extLst xmlns:a="http://schemas.openxmlformats.org/drawingml/2006/main">
              <a:ext uri="{FF2B5EF4-FFF2-40B4-BE49-F238E27FC236}">
                <a16:creationId xmlns:a16="http://schemas.microsoft.com/office/drawing/2014/main" id="{0F9661DD-A05E-4DDA-B5AF-8A68A099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5" name=""/>
          <p:cNvCxnSpPr>
            <a:stCxn xmlns:a="http://schemas.openxmlformats.org/drawingml/2006/main" id="58" idx="2"/>
            <a:endCxn xmlns:a="http://schemas.openxmlformats.org/drawingml/2006/main" id="59" idx="0"/>
          </p:cNvCxnSpPr>
          <p:nvPr/>
        </p:nvCxnSpPr>
        <p:spPr>
          <a:xfrm xmlns:a="http://schemas.openxmlformats.org/drawingml/2006/main">
            <a:off x="4148138" y="2533650"/>
            <a:ext cx="0" cy="8477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61" name="shape-60">
            <a:extLst xmlns:a="http://schemas.openxmlformats.org/drawingml/2006/main">
              <a:ext uri="{FF2B5EF4-FFF2-40B4-BE49-F238E27FC236}">
                <a16:creationId xmlns:a16="http://schemas.microsoft.com/office/drawing/2014/main" id="{26C2F173-9A94-4F54-BDCA-35DB7CA6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381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62" name="shape-61">
            <a:extLst xmlns:a="http://schemas.openxmlformats.org/drawingml/2006/main">
              <a:ext uri="{FF2B5EF4-FFF2-40B4-BE49-F238E27FC236}">
                <a16:creationId xmlns:a16="http://schemas.microsoft.com/office/drawing/2014/main" id="{D906C882-FEFC-4DCF-9F38-DB4504CE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325" y="33813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68" name=""/>
          <p:cNvCxnSpPr>
            <a:stCxn xmlns:a="http://schemas.openxmlformats.org/drawingml/2006/main" id="61" idx="1"/>
            <a:endCxn xmlns:a="http://schemas.openxmlformats.org/drawingml/2006/main" id="62" idx="3"/>
          </p:cNvCxnSpPr>
          <p:nvPr/>
        </p:nvCxnSpPr>
        <p:spPr>
          <a:xfrm xmlns:a="http://schemas.openxmlformats.org/drawingml/2006/main" flipH="1">
            <a:off x="3752850" y="3386138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64" name="shape-63">
            <a:extLst xmlns:a="http://schemas.openxmlformats.org/drawingml/2006/main">
              <a:ext uri="{FF2B5EF4-FFF2-40B4-BE49-F238E27FC236}">
                <a16:creationId xmlns:a16="http://schemas.microsoft.com/office/drawing/2014/main" id="{5EAE0B5F-9052-4349-84E6-EB8656096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5528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65" name="shape-64">
            <a:extLst xmlns:a="http://schemas.openxmlformats.org/drawingml/2006/main">
              <a:ext uri="{FF2B5EF4-FFF2-40B4-BE49-F238E27FC236}">
                <a16:creationId xmlns:a16="http://schemas.microsoft.com/office/drawing/2014/main" id="{D6BD81A8-4329-46A0-9020-51EE3E35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7528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71" name=""/>
          <p:cNvCxnSpPr>
            <a:stCxn xmlns:a="http://schemas.openxmlformats.org/drawingml/2006/main" id="64" idx="2"/>
            <a:endCxn xmlns:a="http://schemas.openxmlformats.org/drawingml/2006/main" id="65" idx="0"/>
          </p:cNvCxnSpPr>
          <p:nvPr/>
        </p:nvCxnSpPr>
        <p:spPr>
          <a:xfrm xmlns:a="http://schemas.openxmlformats.org/drawingml/2006/main">
            <a:off x="3595688" y="3562350"/>
            <a:ext cx="0" cy="19050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B15B497F-67D2-43CF-9691-AC8B3F3B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543300"/>
            <a:ext cx="4476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MCP</a:t>
            </a:r>
          </a:p>
        </p:txBody>
      </p:sp>
      <p:sp>
        <p:nvSpPr>
          <p:cNvPr id="68" name="glyph-roundRect-67">
            <a:extLst xmlns:a="http://schemas.openxmlformats.org/drawingml/2006/main">
              <a:ext uri="{FF2B5EF4-FFF2-40B4-BE49-F238E27FC236}">
                <a16:creationId xmlns:a16="http://schemas.microsoft.com/office/drawing/2014/main" id="{5343599F-012F-4675-99E7-143E2F68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62375"/>
            <a:ext cx="2505075" cy="2028825"/>
          </a:xfrm>
          <a:prstGeom xmlns:a="http://schemas.openxmlformats.org/drawingml/2006/main" prst="roundRect">
            <a:avLst>
              <a:gd name="adj" fmla="val 3756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7145">
            <a:solidFill>
              <a:srgbClr val="2166B0"/>
            </a:solidFill>
          </a:ln>
        </p:spPr>
      </p:sp>
      <p:sp>
        <p:nvSpPr>
          <p:cNvPr id="69" name="glyph-roundRect-68">
            <a:extLst xmlns:a="http://schemas.openxmlformats.org/drawingml/2006/main">
              <a:ext uri="{FF2B5EF4-FFF2-40B4-BE49-F238E27FC236}">
                <a16:creationId xmlns:a16="http://schemas.microsoft.com/office/drawing/2014/main" id="{2AD08BD5-69E3-4383-B95C-F3D9DDCE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914775"/>
            <a:ext cx="304800" cy="333375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70" name="glyph-rect-69">
            <a:extLst xmlns:a="http://schemas.openxmlformats.org/drawingml/2006/main">
              <a:ext uri="{FF2B5EF4-FFF2-40B4-BE49-F238E27FC236}">
                <a16:creationId xmlns:a16="http://schemas.microsoft.com/office/drawing/2014/main" id="{78678F91-A5AA-4DFB-AB14-AA643C79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601" y="3961448"/>
            <a:ext cx="231648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71" name="glyph-ellipse-70">
            <a:extLst xmlns:a="http://schemas.openxmlformats.org/drawingml/2006/main">
              <a:ext uri="{FF2B5EF4-FFF2-40B4-BE49-F238E27FC236}">
                <a16:creationId xmlns:a16="http://schemas.microsoft.com/office/drawing/2014/main" id="{D220317F-0CBF-41A8-8ABA-6502BDAB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" y="3978116"/>
            <a:ext cx="16764" cy="1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72" name="line-71">
            <a:extLst xmlns:a="http://schemas.openxmlformats.org/drawingml/2006/main">
              <a:ext uri="{FF2B5EF4-FFF2-40B4-BE49-F238E27FC236}">
                <a16:creationId xmlns:a16="http://schemas.microsoft.com/office/drawing/2014/main" id="{572E3FD2-8DE0-4485-81A6-2D9C24DC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089" y="3988118"/>
            <a:ext cx="100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73" name="glyph-rect-72">
            <a:extLst xmlns:a="http://schemas.openxmlformats.org/drawingml/2006/main">
              <a:ext uri="{FF2B5EF4-FFF2-40B4-BE49-F238E27FC236}">
                <a16:creationId xmlns:a16="http://schemas.microsoft.com/office/drawing/2014/main" id="{CF4C73D4-CEEF-401A-8844-849C2835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601" y="4044791"/>
            <a:ext cx="231648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74" name="glyph-ellipse-73">
            <a:extLst xmlns:a="http://schemas.openxmlformats.org/drawingml/2006/main">
              <a:ext uri="{FF2B5EF4-FFF2-40B4-BE49-F238E27FC236}">
                <a16:creationId xmlns:a16="http://schemas.microsoft.com/office/drawing/2014/main" id="{27B10E6F-E82E-47D9-B0A3-1A086BB6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" y="4061460"/>
            <a:ext cx="16764" cy="1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75" name="line-74">
            <a:extLst xmlns:a="http://schemas.openxmlformats.org/drawingml/2006/main">
              <a:ext uri="{FF2B5EF4-FFF2-40B4-BE49-F238E27FC236}">
                <a16:creationId xmlns:a16="http://schemas.microsoft.com/office/drawing/2014/main" id="{C3CA51BC-A1DA-4003-A2E2-35DC9190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089" y="4071461"/>
            <a:ext cx="100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76" name="glyph-rect-75">
            <a:extLst xmlns:a="http://schemas.openxmlformats.org/drawingml/2006/main">
              <a:ext uri="{FF2B5EF4-FFF2-40B4-BE49-F238E27FC236}">
                <a16:creationId xmlns:a16="http://schemas.microsoft.com/office/drawing/2014/main" id="{15F62A78-ECC0-48DC-855D-63E9CFF4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0601" y="4128135"/>
            <a:ext cx="231648" cy="533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77" name="glyph-ellipse-76">
            <a:extLst xmlns:a="http://schemas.openxmlformats.org/drawingml/2006/main">
              <a:ext uri="{FF2B5EF4-FFF2-40B4-BE49-F238E27FC236}">
                <a16:creationId xmlns:a16="http://schemas.microsoft.com/office/drawing/2014/main" id="{D29752B5-6CA3-44D0-86B5-AE0226EF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4985" y="4144804"/>
            <a:ext cx="16764" cy="1676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78" name="line-77">
            <a:extLst xmlns:a="http://schemas.openxmlformats.org/drawingml/2006/main">
              <a:ext uri="{FF2B5EF4-FFF2-40B4-BE49-F238E27FC236}">
                <a16:creationId xmlns:a16="http://schemas.microsoft.com/office/drawing/2014/main" id="{EE7C95A1-2E19-4813-B02B-E7C4C09F6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5089" y="4154805"/>
            <a:ext cx="10058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30E9C013-3ED3-426C-80DB-407BCC87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24300"/>
            <a:ext cx="17335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agentService</a:t>
            </a:r>
          </a:p>
        </p:txBody>
      </p:sp>
      <p:sp>
        <p:nvSpPr>
          <p:cNvPr id="80" name="line-79">
            <a:extLst xmlns:a="http://schemas.openxmlformats.org/drawingml/2006/main">
              <a:ext uri="{FF2B5EF4-FFF2-40B4-BE49-F238E27FC236}">
                <a16:creationId xmlns:a16="http://schemas.microsoft.com/office/drawing/2014/main" id="{7CFE768C-8629-4D7A-B683-D5E27BFCC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333875"/>
            <a:ext cx="2181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9CEE5"/>
            </a:solidFill>
            <a:prstDash val="solid"/>
          </a:ln>
        </p:spPr>
      </p:sp>
      <p:sp>
        <p:nvSpPr>
          <p:cNvPr id="81" name="text-80">
            <a:extLst xmlns:a="http://schemas.openxmlformats.org/drawingml/2006/main">
              <a:ext uri="{FF2B5EF4-FFF2-40B4-BE49-F238E27FC236}">
                <a16:creationId xmlns:a16="http://schemas.microsoft.com/office/drawing/2014/main" id="{C29270F3-1940-4ADE-A88D-F21133400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467225"/>
            <a:ext cx="2181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chat / MCP工具转发</a:t>
            </a:r>
          </a:p>
        </p:txBody>
      </p:sp>
      <p:sp>
        <p:nvSpPr>
          <p:cNvPr id="82" name="text-81">
            <a:extLst xmlns:a="http://schemas.openxmlformats.org/drawingml/2006/main">
              <a:ext uri="{FF2B5EF4-FFF2-40B4-BE49-F238E27FC236}">
                <a16:creationId xmlns:a16="http://schemas.microsoft.com/office/drawing/2014/main" id="{9AB707B8-637E-4603-85F9-93A6FB0C8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10125"/>
            <a:ext cx="2181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权限接口 / 技能查询</a:t>
            </a:r>
          </a:p>
        </p:txBody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AB73DDA2-32B4-4510-93BA-70D19D99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153025"/>
            <a:ext cx="21812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管理配置 / 运营管理</a:t>
            </a:r>
          </a:p>
        </p:txBody>
      </p:sp>
      <p:sp>
        <p:nvSpPr>
          <p:cNvPr id="84" name="text-83">
            <a:extLst xmlns:a="http://schemas.openxmlformats.org/drawingml/2006/main">
              <a:ext uri="{FF2B5EF4-FFF2-40B4-BE49-F238E27FC236}">
                <a16:creationId xmlns:a16="http://schemas.microsoft.com/office/drawing/2014/main" id="{E7FDB13D-2419-45CB-9CC1-2B2EFAA9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495925"/>
            <a:ext cx="21812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同进程、资源相互争抢</a:t>
            </a:r>
          </a:p>
        </p:txBody>
      </p:sp>
      <p:sp>
        <p:nvSpPr>
          <p:cNvPr id="85" name="shape-84">
            <a:extLst xmlns:a="http://schemas.openxmlformats.org/drawingml/2006/main">
              <a:ext uri="{FF2B5EF4-FFF2-40B4-BE49-F238E27FC236}">
                <a16:creationId xmlns:a16="http://schemas.microsoft.com/office/drawing/2014/main" id="{7692DAEF-3554-4B3F-B3E6-7CEBCCE2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86" name="shape-85">
            <a:extLst xmlns:a="http://schemas.openxmlformats.org/drawingml/2006/main">
              <a:ext uri="{FF2B5EF4-FFF2-40B4-BE49-F238E27FC236}">
                <a16:creationId xmlns:a16="http://schemas.microsoft.com/office/drawing/2014/main" id="{EF6FEC19-23C6-41CF-AF22-4E293969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92" name=""/>
          <p:cNvCxnSpPr>
            <a:stCxn xmlns:a="http://schemas.openxmlformats.org/drawingml/2006/main" id="85" idx="2"/>
            <a:endCxn xmlns:a="http://schemas.openxmlformats.org/drawingml/2006/main" id="86" idx="0"/>
          </p:cNvCxnSpPr>
          <p:nvPr/>
        </p:nvCxnSpPr>
        <p:spPr>
          <a:xfrm xmlns:a="http://schemas.openxmlformats.org/drawingml/2006/main">
            <a:off x="995363" y="3124200"/>
            <a:ext cx="0" cy="18097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88" name="shape-87">
            <a:extLst xmlns:a="http://schemas.openxmlformats.org/drawingml/2006/main">
              <a:ext uri="{FF2B5EF4-FFF2-40B4-BE49-F238E27FC236}">
                <a16:creationId xmlns:a16="http://schemas.microsoft.com/office/drawing/2014/main" id="{5A466C24-D72A-4D60-A6C1-7A0A7785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89" name="shape-88">
            <a:extLst xmlns:a="http://schemas.openxmlformats.org/drawingml/2006/main">
              <a:ext uri="{FF2B5EF4-FFF2-40B4-BE49-F238E27FC236}">
                <a16:creationId xmlns:a16="http://schemas.microsoft.com/office/drawing/2014/main" id="{1BFFD989-D9A1-4C56-B2F3-42839F7F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395" name=""/>
          <p:cNvCxnSpPr>
            <a:stCxn xmlns:a="http://schemas.openxmlformats.org/drawingml/2006/main" id="88" idx="3"/>
            <a:endCxn xmlns:a="http://schemas.openxmlformats.org/drawingml/2006/main" id="89" idx="1"/>
          </p:cNvCxnSpPr>
          <p:nvPr/>
        </p:nvCxnSpPr>
        <p:spPr>
          <a:xfrm xmlns:a="http://schemas.openxmlformats.org/drawingml/2006/main">
            <a:off x="1000125" y="4938713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A2839955-524A-4E3A-BC26-BE8272C2F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29025"/>
            <a:ext cx="8763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权限</a:t>
            </a:r>
          </a:p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技能查询</a:t>
            </a:r>
          </a:p>
        </p:txBody>
      </p:sp>
      <p:sp>
        <p:nvSpPr>
          <p:cNvPr id="92" name="glyph-cloud-91">
            <a:extLst xmlns:a="http://schemas.openxmlformats.org/drawingml/2006/main">
              <a:ext uri="{FF2B5EF4-FFF2-40B4-BE49-F238E27FC236}">
                <a16:creationId xmlns:a16="http://schemas.microsoft.com/office/drawing/2014/main" id="{730799C4-0474-4625-85A3-913C5205D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6210300"/>
            <a:ext cx="1209675" cy="5715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93" name="text-92">
            <a:extLst xmlns:a="http://schemas.openxmlformats.org/drawingml/2006/main">
              <a:ext uri="{FF2B5EF4-FFF2-40B4-BE49-F238E27FC236}">
                <a16:creationId xmlns:a16="http://schemas.microsoft.com/office/drawing/2014/main" id="{6B20426F-F0C5-4E8E-A168-E7F9E5676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63627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API</a:t>
            </a:r>
          </a:p>
        </p:txBody>
      </p:sp>
      <p:sp>
        <p:nvSpPr>
          <p:cNvPr id="94" name="shape-93">
            <a:extLst xmlns:a="http://schemas.openxmlformats.org/drawingml/2006/main">
              <a:ext uri="{FF2B5EF4-FFF2-40B4-BE49-F238E27FC236}">
                <a16:creationId xmlns:a16="http://schemas.microsoft.com/office/drawing/2014/main" id="{A2C32E90-3B59-443B-9E7E-4ECFA698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791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95" name="shape-94">
            <a:extLst xmlns:a="http://schemas.openxmlformats.org/drawingml/2006/main">
              <a:ext uri="{FF2B5EF4-FFF2-40B4-BE49-F238E27FC236}">
                <a16:creationId xmlns:a16="http://schemas.microsoft.com/office/drawing/2014/main" id="{32BA546F-EBEF-4170-BA14-4CA4AF56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62103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01" name=""/>
          <p:cNvCxnSpPr>
            <a:stCxn xmlns:a="http://schemas.openxmlformats.org/drawingml/2006/main" id="94" idx="2"/>
            <a:endCxn xmlns:a="http://schemas.openxmlformats.org/drawingml/2006/main" id="95" idx="0"/>
          </p:cNvCxnSpPr>
          <p:nvPr/>
        </p:nvCxnSpPr>
        <p:spPr>
          <a:xfrm xmlns:a="http://schemas.openxmlformats.org/drawingml/2006/main">
            <a:off x="2814638" y="5800725"/>
            <a:ext cx="0" cy="4095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97" name="text-96">
            <a:extLst xmlns:a="http://schemas.openxmlformats.org/drawingml/2006/main">
              <a:ext uri="{FF2B5EF4-FFF2-40B4-BE49-F238E27FC236}">
                <a16:creationId xmlns:a16="http://schemas.microsoft.com/office/drawing/2014/main" id="{A61107AB-E715-41D3-B08E-459DC391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895975"/>
            <a:ext cx="504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转发</a:t>
            </a:r>
          </a:p>
        </p:txBody>
      </p:sp>
      <p:sp>
        <p:nvSpPr>
          <p:cNvPr id="98" name="text-97">
            <a:extLst xmlns:a="http://schemas.openxmlformats.org/drawingml/2006/main">
              <a:ext uri="{FF2B5EF4-FFF2-40B4-BE49-F238E27FC236}">
                <a16:creationId xmlns:a16="http://schemas.microsoft.com/office/drawing/2014/main" id="{0375A07E-99ED-40B8-ABFA-21614D133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681990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DomainAgent</a:t>
            </a:r>
          </a:p>
        </p:txBody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82BC94AD-0926-4B22-A220-FF525A64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77100"/>
            <a:ext cx="36099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查询或管理过载可拖慢两条执行路径</a:t>
            </a:r>
          </a:p>
        </p:txBody>
      </p:sp>
      <p:sp>
        <p:nvSpPr>
          <p:cNvPr id="100" name="shape-99">
            <a:extLst xmlns:a="http://schemas.openxmlformats.org/drawingml/2006/main">
              <a:ext uri="{FF2B5EF4-FFF2-40B4-BE49-F238E27FC236}">
                <a16:creationId xmlns:a16="http://schemas.microsoft.com/office/drawing/2014/main" id="{0DDF613D-B0FC-445A-ADF2-F3072684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05025"/>
            <a:ext cx="4676775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6FD"/>
          </a:solidFill>
          <a:ln xmlns:a="http://schemas.openxmlformats.org/drawingml/2006/main" w="11906">
            <a:solidFill>
              <a:srgbClr val="B9CEE5"/>
            </a:solidFill>
          </a:ln>
        </p:spPr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CE011CE6-8B72-4658-A5F4-883F68F9E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1571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核心执行面</a:t>
            </a:r>
          </a:p>
        </p:txBody>
      </p:sp>
      <p:sp>
        <p:nvSpPr>
          <p:cNvPr id="102" name="glyph-roundRect-101">
            <a:extLst xmlns:a="http://schemas.openxmlformats.org/drawingml/2006/main">
              <a:ext uri="{FF2B5EF4-FFF2-40B4-BE49-F238E27FC236}">
                <a16:creationId xmlns:a16="http://schemas.microsoft.com/office/drawing/2014/main" id="{22201ADE-A718-4B66-B9C2-3B5F4578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7475"/>
            <a:ext cx="695325" cy="466725"/>
          </a:xfrm>
          <a:prstGeom xmlns:a="http://schemas.openxmlformats.org/drawingml/2006/main" prst="roundRect">
            <a:avLst>
              <a:gd name="adj" fmla="val 163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03" name="line-102">
            <a:extLst xmlns:a="http://schemas.openxmlformats.org/drawingml/2006/main">
              <a:ext uri="{FF2B5EF4-FFF2-40B4-BE49-F238E27FC236}">
                <a16:creationId xmlns:a16="http://schemas.microsoft.com/office/drawing/2014/main" id="{BC69D185-AA7A-43AC-82F7-6979EEBD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71775"/>
            <a:ext cx="6953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3A63"/>
            </a:solidFill>
            <a:prstDash val="solid"/>
          </a:ln>
        </p:spPr>
      </p:sp>
      <p:sp>
        <p:nvSpPr>
          <p:cNvPr id="104" name="glyph-ellipse-103">
            <a:extLst xmlns:a="http://schemas.openxmlformats.org/drawingml/2006/main">
              <a:ext uri="{FF2B5EF4-FFF2-40B4-BE49-F238E27FC236}">
                <a16:creationId xmlns:a16="http://schemas.microsoft.com/office/drawing/2014/main" id="{A3BEB0C0-130F-4DFD-A937-66249E1A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7051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5" name="glyph-ellipse-104">
            <a:extLst xmlns:a="http://schemas.openxmlformats.org/drawingml/2006/main">
              <a:ext uri="{FF2B5EF4-FFF2-40B4-BE49-F238E27FC236}">
                <a16:creationId xmlns:a16="http://schemas.microsoft.com/office/drawing/2014/main" id="{DC8E257E-920B-4A38-B01C-C67DEC55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7051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6" name="glyph-ellipse-105">
            <a:extLst xmlns:a="http://schemas.openxmlformats.org/drawingml/2006/main">
              <a:ext uri="{FF2B5EF4-FFF2-40B4-BE49-F238E27FC236}">
                <a16:creationId xmlns:a16="http://schemas.microsoft.com/office/drawing/2014/main" id="{8B134732-2451-499D-9CD3-3AD9F7EA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705100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07" name="shape-106">
            <a:extLst xmlns:a="http://schemas.openxmlformats.org/drawingml/2006/main">
              <a:ext uri="{FF2B5EF4-FFF2-40B4-BE49-F238E27FC236}">
                <a16:creationId xmlns:a16="http://schemas.microsoft.com/office/drawing/2014/main" id="{EB6B6069-7650-41AB-A538-4107BB2E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5831" y="286283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08" name="shape-107">
            <a:extLst xmlns:a="http://schemas.openxmlformats.org/drawingml/2006/main">
              <a:ext uri="{FF2B5EF4-FFF2-40B4-BE49-F238E27FC236}">
                <a16:creationId xmlns:a16="http://schemas.microsoft.com/office/drawing/2014/main" id="{F9116496-6F68-4E75-BF5F-7667F9C1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392" y="293751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14" name=""/>
          <p:cNvCxnSpPr>
            <a:stCxn xmlns:a="http://schemas.openxmlformats.org/drawingml/2006/main" id="107" idx="1"/>
            <a:endCxn xmlns:a="http://schemas.openxmlformats.org/drawingml/2006/main" id="108" idx="3"/>
          </p:cNvCxnSpPr>
          <p:nvPr/>
        </p:nvCxnSpPr>
        <p:spPr>
          <a:xfrm xmlns:a="http://schemas.openxmlformats.org/drawingml/2006/main" flipH="1">
            <a:off x="4671917" y="2867597"/>
            <a:ext cx="73914" cy="74676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10" name="line-109">
            <a:extLst xmlns:a="http://schemas.openxmlformats.org/drawingml/2006/main">
              <a:ext uri="{FF2B5EF4-FFF2-40B4-BE49-F238E27FC236}">
                <a16:creationId xmlns:a16="http://schemas.microsoft.com/office/drawing/2014/main" id="{9A7436AB-FAEB-41DE-BE01-D5F74C79A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2392" y="2937510"/>
            <a:ext cx="83439" cy="7934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111" name="line-110">
            <a:extLst xmlns:a="http://schemas.openxmlformats.org/drawingml/2006/main">
              <a:ext uri="{FF2B5EF4-FFF2-40B4-BE49-F238E27FC236}">
                <a16:creationId xmlns:a16="http://schemas.microsoft.com/office/drawing/2014/main" id="{3CF8EFF9-D7F2-412E-97F7-F49A807F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541" y="2862834"/>
            <a:ext cx="90392" cy="746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112" name="shape-111">
            <a:extLst xmlns:a="http://schemas.openxmlformats.org/drawingml/2006/main">
              <a:ext uri="{FF2B5EF4-FFF2-40B4-BE49-F238E27FC236}">
                <a16:creationId xmlns:a16="http://schemas.microsoft.com/office/drawing/2014/main" id="{55A08400-7E3F-472F-A4C4-5B07D833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6933" y="293751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13" name="shape-112">
            <a:extLst xmlns:a="http://schemas.openxmlformats.org/drawingml/2006/main">
              <a:ext uri="{FF2B5EF4-FFF2-40B4-BE49-F238E27FC236}">
                <a16:creationId xmlns:a16="http://schemas.microsoft.com/office/drawing/2014/main" id="{8CABAB80-A71C-42C5-A6B8-F34D14DE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541" y="3016853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19" name=""/>
          <p:cNvCxnSpPr>
            <a:stCxn xmlns:a="http://schemas.openxmlformats.org/drawingml/2006/main" id="112" idx="1"/>
            <a:endCxn xmlns:a="http://schemas.openxmlformats.org/drawingml/2006/main" id="113" idx="3"/>
          </p:cNvCxnSpPr>
          <p:nvPr/>
        </p:nvCxnSpPr>
        <p:spPr>
          <a:xfrm xmlns:a="http://schemas.openxmlformats.org/drawingml/2006/main" flipH="1">
            <a:off x="5096066" y="2942273"/>
            <a:ext cx="80867" cy="79343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15" name="shape-114">
            <a:extLst xmlns:a="http://schemas.openxmlformats.org/drawingml/2006/main">
              <a:ext uri="{FF2B5EF4-FFF2-40B4-BE49-F238E27FC236}">
                <a16:creationId xmlns:a16="http://schemas.microsoft.com/office/drawing/2014/main" id="{1A906D6D-AEEA-499B-92DE-60EA5DA9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5289" y="284416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16" name="shape-115">
            <a:extLst xmlns:a="http://schemas.openxmlformats.org/drawingml/2006/main">
              <a:ext uri="{FF2B5EF4-FFF2-40B4-BE49-F238E27FC236}">
                <a16:creationId xmlns:a16="http://schemas.microsoft.com/office/drawing/2014/main" id="{4CF8DBDE-A87D-4215-ACB6-E961D21B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0990" y="303085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2" name=""/>
          <p:cNvCxnSpPr>
            <a:stCxn xmlns:a="http://schemas.openxmlformats.org/drawingml/2006/main" id="115" idx="2"/>
            <a:endCxn xmlns:a="http://schemas.openxmlformats.org/drawingml/2006/main" id="116" idx="0"/>
          </p:cNvCxnSpPr>
          <p:nvPr/>
        </p:nvCxnSpPr>
        <p:spPr>
          <a:xfrm xmlns:a="http://schemas.openxmlformats.org/drawingml/2006/main" flipH="1">
            <a:off x="4875753" y="2853690"/>
            <a:ext cx="104299" cy="17716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18" name="text-117">
            <a:extLst xmlns:a="http://schemas.openxmlformats.org/drawingml/2006/main">
              <a:ext uri="{FF2B5EF4-FFF2-40B4-BE49-F238E27FC236}">
                <a16:creationId xmlns:a16="http://schemas.microsoft.com/office/drawing/2014/main" id="{4D2D00D3-38EC-4863-AF78-85297172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190875"/>
            <a:ext cx="962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前端Web</a:t>
            </a:r>
          </a:p>
        </p:txBody>
      </p:sp>
      <p:sp>
        <p:nvSpPr>
          <p:cNvPr id="119" name="shape-118">
            <a:extLst xmlns:a="http://schemas.openxmlformats.org/drawingml/2006/main">
              <a:ext uri="{FF2B5EF4-FFF2-40B4-BE49-F238E27FC236}">
                <a16:creationId xmlns:a16="http://schemas.microsoft.com/office/drawing/2014/main" id="{7A88A0DF-706B-4AEE-A8E5-C6B00110C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86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20" name="shape-119">
            <a:extLst xmlns:a="http://schemas.openxmlformats.org/drawingml/2006/main">
              <a:ext uri="{FF2B5EF4-FFF2-40B4-BE49-F238E27FC236}">
                <a16:creationId xmlns:a16="http://schemas.microsoft.com/office/drawing/2014/main" id="{94724A09-5C26-4646-B1FC-D8CF12CDC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86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6" name=""/>
          <p:cNvCxnSpPr>
            <a:stCxn xmlns:a="http://schemas.openxmlformats.org/drawingml/2006/main" id="119" idx="3"/>
            <a:endCxn xmlns:a="http://schemas.openxmlformats.org/drawingml/2006/main" id="120" idx="1"/>
          </p:cNvCxnSpPr>
          <p:nvPr/>
        </p:nvCxnSpPr>
        <p:spPr>
          <a:xfrm xmlns:a="http://schemas.openxmlformats.org/drawingml/2006/main">
            <a:off x="5276850" y="2890838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22" name="shape-121">
            <a:extLst xmlns:a="http://schemas.openxmlformats.org/drawingml/2006/main">
              <a:ext uri="{FF2B5EF4-FFF2-40B4-BE49-F238E27FC236}">
                <a16:creationId xmlns:a16="http://schemas.microsoft.com/office/drawing/2014/main" id="{7381CD89-CAF2-4361-90FC-3819BDF9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8860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23" name="shape-122">
            <a:extLst xmlns:a="http://schemas.openxmlformats.org/drawingml/2006/main">
              <a:ext uri="{FF2B5EF4-FFF2-40B4-BE49-F238E27FC236}">
                <a16:creationId xmlns:a16="http://schemas.microsoft.com/office/drawing/2014/main" id="{320D2F6F-567F-40E9-B296-85BBDE4A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71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29" name=""/>
          <p:cNvCxnSpPr>
            <a:stCxn xmlns:a="http://schemas.openxmlformats.org/drawingml/2006/main" id="122" idx="0"/>
            <a:endCxn xmlns:a="http://schemas.openxmlformats.org/drawingml/2006/main" id="123" idx="2"/>
          </p:cNvCxnSpPr>
          <p:nvPr/>
        </p:nvCxnSpPr>
        <p:spPr>
          <a:xfrm xmlns:a="http://schemas.openxmlformats.org/drawingml/2006/main" flipV="1">
            <a:off x="5653088" y="2781300"/>
            <a:ext cx="0" cy="1047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25" name="shape-124">
            <a:extLst xmlns:a="http://schemas.openxmlformats.org/drawingml/2006/main">
              <a:ext uri="{FF2B5EF4-FFF2-40B4-BE49-F238E27FC236}">
                <a16:creationId xmlns:a16="http://schemas.microsoft.com/office/drawing/2014/main" id="{5C07495A-6695-427F-AD1A-3F2E78D76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2771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26" name="shape-125">
            <a:extLst xmlns:a="http://schemas.openxmlformats.org/drawingml/2006/main">
              <a:ext uri="{FF2B5EF4-FFF2-40B4-BE49-F238E27FC236}">
                <a16:creationId xmlns:a16="http://schemas.microsoft.com/office/drawing/2014/main" id="{F57BE554-66C4-49C6-A688-9E1637B0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771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32" name=""/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5657850" y="2776538"/>
            <a:ext cx="5334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28" name="text-127">
            <a:extLst xmlns:a="http://schemas.openxmlformats.org/drawingml/2006/main">
              <a:ext uri="{FF2B5EF4-FFF2-40B4-BE49-F238E27FC236}">
                <a16:creationId xmlns:a16="http://schemas.microsoft.com/office/drawing/2014/main" id="{907B2C6B-DA01-474F-AFE4-3022A6E1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43150"/>
            <a:ext cx="1190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聊天 + 权限</a:t>
            </a:r>
          </a:p>
        </p:txBody>
      </p:sp>
      <p:sp>
        <p:nvSpPr>
          <p:cNvPr id="129" name="glyph-roundRect-128">
            <a:extLst xmlns:a="http://schemas.openxmlformats.org/drawingml/2006/main">
              <a:ext uri="{FF2B5EF4-FFF2-40B4-BE49-F238E27FC236}">
                <a16:creationId xmlns:a16="http://schemas.microsoft.com/office/drawing/2014/main" id="{557E22CB-A860-4296-AA65-E159E3BA7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52700"/>
            <a:ext cx="3810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30" name="glyph-rect-129">
            <a:extLst xmlns:a="http://schemas.openxmlformats.org/drawingml/2006/main">
              <a:ext uri="{FF2B5EF4-FFF2-40B4-BE49-F238E27FC236}">
                <a16:creationId xmlns:a16="http://schemas.microsoft.com/office/drawing/2014/main" id="{9FFD855A-4CE3-4DE8-A3AD-A78C5FF5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70" y="2612708"/>
            <a:ext cx="28956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31" name="glyph-ellipse-130">
            <a:extLst xmlns:a="http://schemas.openxmlformats.org/drawingml/2006/main">
              <a:ext uri="{FF2B5EF4-FFF2-40B4-BE49-F238E27FC236}">
                <a16:creationId xmlns:a16="http://schemas.microsoft.com/office/drawing/2014/main" id="{7CF338A5-204A-4BC0-B396-3EE9227AA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34139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2" name="line-131">
            <a:extLst xmlns:a="http://schemas.openxmlformats.org/drawingml/2006/main">
              <a:ext uri="{FF2B5EF4-FFF2-40B4-BE49-F238E27FC236}">
                <a16:creationId xmlns:a16="http://schemas.microsoft.com/office/drawing/2014/main" id="{0B271535-523A-482F-BACD-314DA5D6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646998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33" name="glyph-rect-132">
            <a:extLst xmlns:a="http://schemas.openxmlformats.org/drawingml/2006/main">
              <a:ext uri="{FF2B5EF4-FFF2-40B4-BE49-F238E27FC236}">
                <a16:creationId xmlns:a16="http://schemas.microsoft.com/office/drawing/2014/main" id="{52A00FB0-D3A7-4EB4-995F-6EADF225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70" y="2719864"/>
            <a:ext cx="28956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34" name="glyph-ellipse-133">
            <a:extLst xmlns:a="http://schemas.openxmlformats.org/drawingml/2006/main">
              <a:ext uri="{FF2B5EF4-FFF2-40B4-BE49-F238E27FC236}">
                <a16:creationId xmlns:a16="http://schemas.microsoft.com/office/drawing/2014/main" id="{97E30F55-7C72-4EF2-98B2-18FD7A2EE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129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5" name="line-134">
            <a:extLst xmlns:a="http://schemas.openxmlformats.org/drawingml/2006/main">
              <a:ext uri="{FF2B5EF4-FFF2-40B4-BE49-F238E27FC236}">
                <a16:creationId xmlns:a16="http://schemas.microsoft.com/office/drawing/2014/main" id="{DEAC016A-2BF2-44C0-A90B-7AC810BA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754154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36" name="glyph-rect-135">
            <a:extLst xmlns:a="http://schemas.openxmlformats.org/drawingml/2006/main">
              <a:ext uri="{FF2B5EF4-FFF2-40B4-BE49-F238E27FC236}">
                <a16:creationId xmlns:a16="http://schemas.microsoft.com/office/drawing/2014/main" id="{B72C6D0C-F20E-43A3-B23C-40AB630B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6970" y="2827020"/>
            <a:ext cx="28956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37" name="glyph-ellipse-136">
            <a:extLst xmlns:a="http://schemas.openxmlformats.org/drawingml/2006/main">
              <a:ext uri="{FF2B5EF4-FFF2-40B4-BE49-F238E27FC236}">
                <a16:creationId xmlns:a16="http://schemas.microsoft.com/office/drawing/2014/main" id="{4C5AE260-1836-4383-B2DE-B1992467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48451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38" name="line-137">
            <a:extLst xmlns:a="http://schemas.openxmlformats.org/drawingml/2006/main">
              <a:ext uri="{FF2B5EF4-FFF2-40B4-BE49-F238E27FC236}">
                <a16:creationId xmlns:a16="http://schemas.microsoft.com/office/drawing/2014/main" id="{4DDCD883-C6B2-44CD-A6EE-82B56AA92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861310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39" name="text-138">
            <a:extLst xmlns:a="http://schemas.openxmlformats.org/drawingml/2006/main">
              <a:ext uri="{FF2B5EF4-FFF2-40B4-BE49-F238E27FC236}">
                <a16:creationId xmlns:a16="http://schemas.microsoft.com/office/drawing/2014/main" id="{9C46E1DD-7443-42AC-988D-0BA9E9DBD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228850"/>
            <a:ext cx="1771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ChatService</a:t>
            </a:r>
          </a:p>
        </p:txBody>
      </p:sp>
      <p:sp>
        <p:nvSpPr>
          <p:cNvPr id="140" name="text-139">
            <a:extLst xmlns:a="http://schemas.openxmlformats.org/drawingml/2006/main">
              <a:ext uri="{FF2B5EF4-FFF2-40B4-BE49-F238E27FC236}">
                <a16:creationId xmlns:a16="http://schemas.microsoft.com/office/drawing/2014/main" id="{0A4843A9-8C4D-4DF8-817F-408065B2D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57525"/>
            <a:ext cx="1828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业务权限 / Run编排</a:t>
            </a:r>
          </a:p>
        </p:txBody>
      </p:sp>
      <p:sp>
        <p:nvSpPr>
          <p:cNvPr id="141" name="glyph-roundRect-140">
            <a:extLst xmlns:a="http://schemas.openxmlformats.org/drawingml/2006/main">
              <a:ext uri="{FF2B5EF4-FFF2-40B4-BE49-F238E27FC236}">
                <a16:creationId xmlns:a16="http://schemas.microsoft.com/office/drawing/2014/main" id="{1427B1F7-00B7-4AD7-B3D2-2D9C1BF24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52700"/>
            <a:ext cx="3810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42" name="glyph-rect-141">
            <a:extLst xmlns:a="http://schemas.openxmlformats.org/drawingml/2006/main">
              <a:ext uri="{FF2B5EF4-FFF2-40B4-BE49-F238E27FC236}">
                <a16:creationId xmlns:a16="http://schemas.microsoft.com/office/drawing/2014/main" id="{F14BAEAC-6B7B-454C-9814-9AF31D1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612708"/>
            <a:ext cx="28956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43" name="glyph-ellipse-142">
            <a:extLst xmlns:a="http://schemas.openxmlformats.org/drawingml/2006/main">
              <a:ext uri="{FF2B5EF4-FFF2-40B4-BE49-F238E27FC236}">
                <a16:creationId xmlns:a16="http://schemas.microsoft.com/office/drawing/2014/main" id="{BE2BF1AD-87DB-4CB7-B2B4-ABE1E79AD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4139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44" name="line-143">
            <a:extLst xmlns:a="http://schemas.openxmlformats.org/drawingml/2006/main">
              <a:ext uri="{FF2B5EF4-FFF2-40B4-BE49-F238E27FC236}">
                <a16:creationId xmlns:a16="http://schemas.microsoft.com/office/drawing/2014/main" id="{01437313-73F8-42AA-B15D-25D705D7E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30" y="2646998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45" name="glyph-rect-144">
            <a:extLst xmlns:a="http://schemas.openxmlformats.org/drawingml/2006/main">
              <a:ext uri="{FF2B5EF4-FFF2-40B4-BE49-F238E27FC236}">
                <a16:creationId xmlns:a16="http://schemas.microsoft.com/office/drawing/2014/main" id="{CF1C2BED-8287-4E64-86ED-5279EC0D2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719864"/>
            <a:ext cx="28956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46" name="glyph-ellipse-145">
            <a:extLst xmlns:a="http://schemas.openxmlformats.org/drawingml/2006/main">
              <a:ext uri="{FF2B5EF4-FFF2-40B4-BE49-F238E27FC236}">
                <a16:creationId xmlns:a16="http://schemas.microsoft.com/office/drawing/2014/main" id="{2D5C6BF5-61AB-4C71-865A-596C4BC6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41295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47" name="line-146">
            <a:extLst xmlns:a="http://schemas.openxmlformats.org/drawingml/2006/main">
              <a:ext uri="{FF2B5EF4-FFF2-40B4-BE49-F238E27FC236}">
                <a16:creationId xmlns:a16="http://schemas.microsoft.com/office/drawing/2014/main" id="{C61E3F12-86A4-4ED1-B1B2-A1D35812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30" y="2754154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48" name="glyph-rect-147">
            <a:extLst xmlns:a="http://schemas.openxmlformats.org/drawingml/2006/main">
              <a:ext uri="{FF2B5EF4-FFF2-40B4-BE49-F238E27FC236}">
                <a16:creationId xmlns:a16="http://schemas.microsoft.com/office/drawing/2014/main" id="{B077F0AB-5D51-4D08-A60E-B35C1E47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27020"/>
            <a:ext cx="289560" cy="685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49" name="glyph-ellipse-148">
            <a:extLst xmlns:a="http://schemas.openxmlformats.org/drawingml/2006/main">
              <a:ext uri="{FF2B5EF4-FFF2-40B4-BE49-F238E27FC236}">
                <a16:creationId xmlns:a16="http://schemas.microsoft.com/office/drawing/2014/main" id="{BECF9700-AC7F-43AC-BFE8-6F803336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48451"/>
            <a:ext cx="20955" cy="2095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50" name="line-149">
            <a:extLst xmlns:a="http://schemas.openxmlformats.org/drawingml/2006/main">
              <a:ext uri="{FF2B5EF4-FFF2-40B4-BE49-F238E27FC236}">
                <a16:creationId xmlns:a16="http://schemas.microsoft.com/office/drawing/2014/main" id="{9A4FFEEC-AFE2-4210-8FAF-FBF4F07A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3430" y="2861310"/>
            <a:ext cx="12573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51" name="text-150">
            <a:extLst xmlns:a="http://schemas.openxmlformats.org/drawingml/2006/main">
              <a:ext uri="{FF2B5EF4-FFF2-40B4-BE49-F238E27FC236}">
                <a16:creationId xmlns:a16="http://schemas.microsoft.com/office/drawing/2014/main" id="{929AE414-D5FB-4475-AD60-E963FD08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57425"/>
            <a:ext cx="14192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toolService</a:t>
            </a:r>
          </a:p>
        </p:txBody>
      </p:sp>
      <p:sp>
        <p:nvSpPr>
          <p:cNvPr id="152" name="text-151">
            <a:extLst xmlns:a="http://schemas.openxmlformats.org/drawingml/2006/main">
              <a:ext uri="{FF2B5EF4-FFF2-40B4-BE49-F238E27FC236}">
                <a16:creationId xmlns:a16="http://schemas.microsoft.com/office/drawing/2014/main" id="{3D116E8E-D2CF-4093-91FC-8BA8C393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67050"/>
            <a:ext cx="1285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chat / MCP</a:t>
            </a:r>
          </a:p>
        </p:txBody>
      </p:sp>
      <p:sp>
        <p:nvSpPr>
          <p:cNvPr id="153" name="shape-152">
            <a:extLst xmlns:a="http://schemas.openxmlformats.org/drawingml/2006/main">
              <a:ext uri="{FF2B5EF4-FFF2-40B4-BE49-F238E27FC236}">
                <a16:creationId xmlns:a16="http://schemas.microsoft.com/office/drawing/2014/main" id="{EDACAA2F-582F-4C41-8D6A-0D575E3B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71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54" name="shape-153">
            <a:extLst xmlns:a="http://schemas.openxmlformats.org/drawingml/2006/main">
              <a:ext uri="{FF2B5EF4-FFF2-40B4-BE49-F238E27FC236}">
                <a16:creationId xmlns:a16="http://schemas.microsoft.com/office/drawing/2014/main" id="{627F568C-270F-4D90-98FE-EEA5ABF1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71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60" name=""/>
          <p:cNvCxnSpPr>
            <a:stCxn xmlns:a="http://schemas.openxmlformats.org/drawingml/2006/main" id="153" idx="3"/>
            <a:endCxn xmlns:a="http://schemas.openxmlformats.org/drawingml/2006/main" id="154" idx="1"/>
          </p:cNvCxnSpPr>
          <p:nvPr/>
        </p:nvCxnSpPr>
        <p:spPr>
          <a:xfrm xmlns:a="http://schemas.openxmlformats.org/drawingml/2006/main">
            <a:off x="6581775" y="2776538"/>
            <a:ext cx="16478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56" name="text-155">
            <a:extLst xmlns:a="http://schemas.openxmlformats.org/drawingml/2006/main">
              <a:ext uri="{FF2B5EF4-FFF2-40B4-BE49-F238E27FC236}">
                <a16:creationId xmlns:a16="http://schemas.microsoft.com/office/drawing/2014/main" id="{69B1C1C8-9BB3-47DD-9627-8654B7DA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95550"/>
            <a:ext cx="1476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统一chat / skillId</a:t>
            </a:r>
          </a:p>
        </p:txBody>
      </p:sp>
      <p:sp>
        <p:nvSpPr>
          <p:cNvPr id="157" name="glyph-cloud-156">
            <a:extLst xmlns:a="http://schemas.openxmlformats.org/drawingml/2006/main">
              <a:ext uri="{FF2B5EF4-FFF2-40B4-BE49-F238E27FC236}">
                <a16:creationId xmlns:a16="http://schemas.microsoft.com/office/drawing/2014/main" id="{5C008C20-99A4-4EE1-A68F-3970872A3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581275"/>
            <a:ext cx="1038225" cy="495300"/>
          </a:xfrm>
          <a:prstGeom xmlns:a="http://schemas.openxmlformats.org/drawingml/2006/main" prst="cloud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158" name="text-157">
            <a:extLst xmlns:a="http://schemas.openxmlformats.org/drawingml/2006/main">
              <a:ext uri="{FF2B5EF4-FFF2-40B4-BE49-F238E27FC236}">
                <a16:creationId xmlns:a16="http://schemas.microsoft.com/office/drawing/2014/main" id="{B47287D7-0252-4775-89CF-393436C1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2705100"/>
            <a:ext cx="4667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API</a:t>
            </a:r>
          </a:p>
        </p:txBody>
      </p:sp>
      <p:sp>
        <p:nvSpPr>
          <p:cNvPr id="159" name="shape-158">
            <a:extLst xmlns:a="http://schemas.openxmlformats.org/drawingml/2006/main">
              <a:ext uri="{FF2B5EF4-FFF2-40B4-BE49-F238E27FC236}">
                <a16:creationId xmlns:a16="http://schemas.microsoft.com/office/drawing/2014/main" id="{E8FB58B7-2713-47F4-8979-C79C4BEB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771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60" name="shape-159">
            <a:extLst xmlns:a="http://schemas.openxmlformats.org/drawingml/2006/main">
              <a:ext uri="{FF2B5EF4-FFF2-40B4-BE49-F238E27FC236}">
                <a16:creationId xmlns:a16="http://schemas.microsoft.com/office/drawing/2014/main" id="{B7AA280D-19B3-4BFD-AC76-C6D44179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71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66" name=""/>
          <p:cNvCxnSpPr>
            <a:stCxn xmlns:a="http://schemas.openxmlformats.org/drawingml/2006/main" id="159" idx="3"/>
            <a:endCxn xmlns:a="http://schemas.openxmlformats.org/drawingml/2006/main" id="160" idx="1"/>
          </p:cNvCxnSpPr>
          <p:nvPr/>
        </p:nvCxnSpPr>
        <p:spPr>
          <a:xfrm xmlns:a="http://schemas.openxmlformats.org/drawingml/2006/main">
            <a:off x="8620125" y="2776538"/>
            <a:ext cx="6953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62" name="text-161">
            <a:extLst xmlns:a="http://schemas.openxmlformats.org/drawingml/2006/main">
              <a:ext uri="{FF2B5EF4-FFF2-40B4-BE49-F238E27FC236}">
                <a16:creationId xmlns:a16="http://schemas.microsoft.com/office/drawing/2014/main" id="{37D77D48-1FDD-4232-B3F3-6D6ABD9B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133725"/>
            <a:ext cx="13620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DomainAgent</a:t>
            </a:r>
          </a:p>
        </p:txBody>
      </p:sp>
      <p:sp>
        <p:nvSpPr>
          <p:cNvPr id="163" name="glyph-roundRect-162">
            <a:extLst xmlns:a="http://schemas.openxmlformats.org/drawingml/2006/main">
              <a:ext uri="{FF2B5EF4-FFF2-40B4-BE49-F238E27FC236}">
                <a16:creationId xmlns:a16="http://schemas.microsoft.com/office/drawing/2014/main" id="{E96BA3C7-CC65-475C-B0B4-9523CE773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533775"/>
            <a:ext cx="323850" cy="352425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164" name="glyph-rect-163">
            <a:extLst xmlns:a="http://schemas.openxmlformats.org/drawingml/2006/main">
              <a:ext uri="{FF2B5EF4-FFF2-40B4-BE49-F238E27FC236}">
                <a16:creationId xmlns:a16="http://schemas.microsoft.com/office/drawing/2014/main" id="{5B44C1F7-CFA6-444B-9C77-1E7403AD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887" y="3583115"/>
            <a:ext cx="246126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65" name="glyph-ellipse-164">
            <a:extLst xmlns:a="http://schemas.openxmlformats.org/drawingml/2006/main">
              <a:ext uri="{FF2B5EF4-FFF2-40B4-BE49-F238E27FC236}">
                <a16:creationId xmlns:a16="http://schemas.microsoft.com/office/drawing/2014/main" id="{B527643A-C94E-42A2-AD33-FA7C48FB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795" y="3600736"/>
            <a:ext cx="17812" cy="17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66" name="line-165">
            <a:extLst xmlns:a="http://schemas.openxmlformats.org/drawingml/2006/main">
              <a:ext uri="{FF2B5EF4-FFF2-40B4-BE49-F238E27FC236}">
                <a16:creationId xmlns:a16="http://schemas.microsoft.com/office/drawing/2014/main" id="{C6E99416-6527-4F5D-B1B8-E870E331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281" y="3611309"/>
            <a:ext cx="1068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67" name="glyph-rect-166">
            <a:extLst xmlns:a="http://schemas.openxmlformats.org/drawingml/2006/main">
              <a:ext uri="{FF2B5EF4-FFF2-40B4-BE49-F238E27FC236}">
                <a16:creationId xmlns:a16="http://schemas.microsoft.com/office/drawing/2014/main" id="{BA205131-5675-472D-AA8C-02F38E33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887" y="3671221"/>
            <a:ext cx="246126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68" name="glyph-ellipse-167">
            <a:extLst xmlns:a="http://schemas.openxmlformats.org/drawingml/2006/main">
              <a:ext uri="{FF2B5EF4-FFF2-40B4-BE49-F238E27FC236}">
                <a16:creationId xmlns:a16="http://schemas.microsoft.com/office/drawing/2014/main" id="{E964BC47-F4EA-43B6-9814-79065EE8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795" y="3688842"/>
            <a:ext cx="17812" cy="17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69" name="line-168">
            <a:extLst xmlns:a="http://schemas.openxmlformats.org/drawingml/2006/main">
              <a:ext uri="{FF2B5EF4-FFF2-40B4-BE49-F238E27FC236}">
                <a16:creationId xmlns:a16="http://schemas.microsoft.com/office/drawing/2014/main" id="{59EA59DD-51A9-4C2F-9ACD-AF0B8D4DA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281" y="3699415"/>
            <a:ext cx="1068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70" name="glyph-rect-169">
            <a:extLst xmlns:a="http://schemas.openxmlformats.org/drawingml/2006/main">
              <a:ext uri="{FF2B5EF4-FFF2-40B4-BE49-F238E27FC236}">
                <a16:creationId xmlns:a16="http://schemas.microsoft.com/office/drawing/2014/main" id="{0302DCF2-1613-4881-998F-11C199D9E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887" y="3759327"/>
            <a:ext cx="246126" cy="563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171" name="glyph-ellipse-170">
            <a:extLst xmlns:a="http://schemas.openxmlformats.org/drawingml/2006/main">
              <a:ext uri="{FF2B5EF4-FFF2-40B4-BE49-F238E27FC236}">
                <a16:creationId xmlns:a16="http://schemas.microsoft.com/office/drawing/2014/main" id="{47D8BFBD-37B4-4F4B-9072-044078BA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2795" y="3776948"/>
            <a:ext cx="17812" cy="1781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172" name="line-171">
            <a:extLst xmlns:a="http://schemas.openxmlformats.org/drawingml/2006/main">
              <a:ext uri="{FF2B5EF4-FFF2-40B4-BE49-F238E27FC236}">
                <a16:creationId xmlns:a16="http://schemas.microsoft.com/office/drawing/2014/main" id="{D762E355-90B2-4124-BF50-F652E2A4E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7281" y="3787521"/>
            <a:ext cx="1068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173" name="text-172">
            <a:extLst xmlns:a="http://schemas.openxmlformats.org/drawingml/2006/main">
              <a:ext uri="{FF2B5EF4-FFF2-40B4-BE49-F238E27FC236}">
                <a16:creationId xmlns:a16="http://schemas.microsoft.com/office/drawing/2014/main" id="{75CAD32C-6A8F-4890-A0D6-7E8EDEE0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33825"/>
            <a:ext cx="1295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relayService</a:t>
            </a:r>
          </a:p>
        </p:txBody>
      </p:sp>
      <p:sp>
        <p:nvSpPr>
          <p:cNvPr id="174" name="shape-173">
            <a:extLst xmlns:a="http://schemas.openxmlformats.org/drawingml/2006/main">
              <a:ext uri="{FF2B5EF4-FFF2-40B4-BE49-F238E27FC236}">
                <a16:creationId xmlns:a16="http://schemas.microsoft.com/office/drawing/2014/main" id="{A2838275-3F43-4AFB-942B-CA0B3B50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305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5" name="shape-174">
            <a:extLst xmlns:a="http://schemas.openxmlformats.org/drawingml/2006/main">
              <a:ext uri="{FF2B5EF4-FFF2-40B4-BE49-F238E27FC236}">
                <a16:creationId xmlns:a16="http://schemas.microsoft.com/office/drawing/2014/main" id="{27DFBBC1-14FC-4321-8D6B-B483BA77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76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81" name=""/>
          <p:cNvCxnSpPr>
            <a:stCxn xmlns:a="http://schemas.openxmlformats.org/drawingml/2006/main" id="174" idx="2"/>
            <a:endCxn xmlns:a="http://schemas.openxmlformats.org/drawingml/2006/main" id="175" idx="0"/>
          </p:cNvCxnSpPr>
          <p:nvPr/>
        </p:nvCxnSpPr>
        <p:spPr>
          <a:xfrm xmlns:a="http://schemas.openxmlformats.org/drawingml/2006/main">
            <a:off x="6376988" y="3314700"/>
            <a:ext cx="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77" name="shape-176">
            <a:extLst xmlns:a="http://schemas.openxmlformats.org/drawingml/2006/main">
              <a:ext uri="{FF2B5EF4-FFF2-40B4-BE49-F238E27FC236}">
                <a16:creationId xmlns:a16="http://schemas.microsoft.com/office/drawing/2014/main" id="{BF585211-6247-45FC-B623-B91F2FD9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3676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78" name="shape-177">
            <a:extLst xmlns:a="http://schemas.openxmlformats.org/drawingml/2006/main">
              <a:ext uri="{FF2B5EF4-FFF2-40B4-BE49-F238E27FC236}">
                <a16:creationId xmlns:a16="http://schemas.microsoft.com/office/drawing/2014/main" id="{4A117D97-52D6-4A77-A333-B7C0CA0D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36766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84" name=""/>
          <p:cNvCxnSpPr>
            <a:stCxn xmlns:a="http://schemas.openxmlformats.org/drawingml/2006/main" id="177" idx="3"/>
            <a:endCxn xmlns:a="http://schemas.openxmlformats.org/drawingml/2006/main" id="178" idx="1"/>
          </p:cNvCxnSpPr>
          <p:nvPr/>
        </p:nvCxnSpPr>
        <p:spPr>
          <a:xfrm xmlns:a="http://schemas.openxmlformats.org/drawingml/2006/main">
            <a:off x="6381750" y="3681413"/>
            <a:ext cx="6762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80" name="text-179">
            <a:extLst xmlns:a="http://schemas.openxmlformats.org/drawingml/2006/main">
              <a:ext uri="{FF2B5EF4-FFF2-40B4-BE49-F238E27FC236}">
                <a16:creationId xmlns:a16="http://schemas.microsoft.com/office/drawing/2014/main" id="{9D587975-F799-49BC-9ECC-50B99C6A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52800"/>
            <a:ext cx="9620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Relay路径</a:t>
            </a:r>
          </a:p>
        </p:txBody>
      </p:sp>
      <p:sp>
        <p:nvSpPr>
          <p:cNvPr id="181" name="shape-180">
            <a:extLst xmlns:a="http://schemas.openxmlformats.org/drawingml/2006/main">
              <a:ext uri="{FF2B5EF4-FFF2-40B4-BE49-F238E27FC236}">
                <a16:creationId xmlns:a16="http://schemas.microsoft.com/office/drawing/2014/main" id="{2058C820-A3C0-4F16-9BA2-23B9C3F2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052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82" name="shape-181">
            <a:extLst xmlns:a="http://schemas.openxmlformats.org/drawingml/2006/main">
              <a:ext uri="{FF2B5EF4-FFF2-40B4-BE49-F238E27FC236}">
                <a16:creationId xmlns:a16="http://schemas.microsoft.com/office/drawing/2014/main" id="{5CCBF476-DF7F-440F-AA0E-476ED70E9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052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88" name=""/>
          <p:cNvCxnSpPr>
            <a:stCxn xmlns:a="http://schemas.openxmlformats.org/drawingml/2006/main" id="181" idx="3"/>
            <a:endCxn xmlns:a="http://schemas.openxmlformats.org/drawingml/2006/main" id="182" idx="1"/>
          </p:cNvCxnSpPr>
          <p:nvPr/>
        </p:nvCxnSpPr>
        <p:spPr>
          <a:xfrm xmlns:a="http://schemas.openxmlformats.org/drawingml/2006/main">
            <a:off x="7391400" y="3709988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184" name="shape-183">
            <a:extLst xmlns:a="http://schemas.openxmlformats.org/drawingml/2006/main">
              <a:ext uri="{FF2B5EF4-FFF2-40B4-BE49-F238E27FC236}">
                <a16:creationId xmlns:a16="http://schemas.microsoft.com/office/drawing/2014/main" id="{FC98F21D-3420-4CD7-8451-CBCDA95E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052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185" name="shape-184">
            <a:extLst xmlns:a="http://schemas.openxmlformats.org/drawingml/2006/main">
              <a:ext uri="{FF2B5EF4-FFF2-40B4-BE49-F238E27FC236}">
                <a16:creationId xmlns:a16="http://schemas.microsoft.com/office/drawing/2014/main" id="{063F2424-3299-4290-BFF7-258E76EB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05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491" name=""/>
          <p:cNvCxnSpPr>
            <a:stCxn xmlns:a="http://schemas.openxmlformats.org/drawingml/2006/main" id="184" idx="0"/>
            <a:endCxn xmlns:a="http://schemas.openxmlformats.org/drawingml/2006/main" id="185" idx="2"/>
          </p:cNvCxnSpPr>
          <p:nvPr/>
        </p:nvCxnSpPr>
        <p:spPr>
          <a:xfrm xmlns:a="http://schemas.openxmlformats.org/drawingml/2006/main" flipV="1">
            <a:off x="8424863" y="3314700"/>
            <a:ext cx="0" cy="39052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187" name="text-186">
            <a:extLst xmlns:a="http://schemas.openxmlformats.org/drawingml/2006/main">
              <a:ext uri="{FF2B5EF4-FFF2-40B4-BE49-F238E27FC236}">
                <a16:creationId xmlns:a16="http://schemas.microsoft.com/office/drawing/2014/main" id="{3F226F26-31FC-405D-B286-8FF9DCE8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76625"/>
            <a:ext cx="552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MCP</a:t>
            </a:r>
          </a:p>
        </p:txBody>
      </p:sp>
      <p:sp>
        <p:nvSpPr>
          <p:cNvPr id="188" name="glyph-rect-187">
            <a:extLst xmlns:a="http://schemas.openxmlformats.org/drawingml/2006/main">
              <a:ext uri="{FF2B5EF4-FFF2-40B4-BE49-F238E27FC236}">
                <a16:creationId xmlns:a16="http://schemas.microsoft.com/office/drawing/2014/main" id="{03834A91-2EAD-41F9-8067-F5FCB49E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71975"/>
            <a:ext cx="2000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B9CEE5"/>
            </a:solidFill>
          </a:ln>
        </p:spPr>
      </p:sp>
      <p:sp>
        <p:nvSpPr>
          <p:cNvPr id="189" name="glyph-rect-188">
            <a:extLst xmlns:a="http://schemas.openxmlformats.org/drawingml/2006/main">
              <a:ext uri="{FF2B5EF4-FFF2-40B4-BE49-F238E27FC236}">
                <a16:creationId xmlns:a16="http://schemas.microsoft.com/office/drawing/2014/main" id="{74D46FE7-A970-46E6-AEC3-AE8A4C55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333875"/>
            <a:ext cx="2000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5"/>
            </a:solidFill>
          </a:ln>
        </p:spPr>
      </p:sp>
      <p:sp>
        <p:nvSpPr>
          <p:cNvPr id="190" name="path-189">
            <a:extLst xmlns:a="http://schemas.openxmlformats.org/drawingml/2006/main">
              <a:ext uri="{FF2B5EF4-FFF2-40B4-BE49-F238E27FC236}">
                <a16:creationId xmlns:a16="http://schemas.microsoft.com/office/drawing/2014/main" id="{7D2CF85F-5974-4A6D-A127-62AF88EEF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4305300"/>
            <a:ext cx="200025" cy="238125"/>
          </a:xfrm>
          <a:custGeom xmlns:a="http://schemas.openxmlformats.org/drawingml/2006/main">
            <a:pathLst>
              <a:path w="200025" h="238125">
                <a:moveTo>
                  <a:pt x="0" y="0"/>
                </a:moveTo>
                <a:lnTo>
                  <a:pt x="76200" y="0"/>
                </a:lnTo>
                <a:lnTo>
                  <a:pt x="200025" y="123825"/>
                </a:lnTo>
                <a:lnTo>
                  <a:pt x="200025" y="238125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66B0"/>
            </a:solidFill>
          </a:ln>
        </p:spPr>
      </p:sp>
      <p:sp>
        <p:nvSpPr>
          <p:cNvPr id="191" name="line-190">
            <a:extLst xmlns:a="http://schemas.openxmlformats.org/drawingml/2006/main">
              <a:ext uri="{FF2B5EF4-FFF2-40B4-BE49-F238E27FC236}">
                <a16:creationId xmlns:a16="http://schemas.microsoft.com/office/drawing/2014/main" id="{B9D289BD-368F-478E-BA42-C9F923E3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30530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166B0"/>
            </a:solidFill>
            <a:prstDash val="solid"/>
          </a:ln>
        </p:spPr>
      </p:sp>
      <p:sp>
        <p:nvSpPr>
          <p:cNvPr id="192" name="line-191">
            <a:extLst xmlns:a="http://schemas.openxmlformats.org/drawingml/2006/main">
              <a:ext uri="{FF2B5EF4-FFF2-40B4-BE49-F238E27FC236}">
                <a16:creationId xmlns:a16="http://schemas.microsoft.com/office/drawing/2014/main" id="{D8A89B07-B13B-495E-90D3-F1569B4A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4291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166B0"/>
            </a:solidFill>
            <a:prstDash val="solid"/>
          </a:ln>
        </p:spPr>
      </p:sp>
      <p:sp>
        <p:nvSpPr>
          <p:cNvPr id="193" name="line-192">
            <a:extLst xmlns:a="http://schemas.openxmlformats.org/drawingml/2006/main">
              <a:ext uri="{FF2B5EF4-FFF2-40B4-BE49-F238E27FC236}">
                <a16:creationId xmlns:a16="http://schemas.microsoft.com/office/drawing/2014/main" id="{B3C8BCA5-D7A9-4302-8E6D-392D7119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5148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166B0"/>
            </a:solidFill>
            <a:prstDash val="solid"/>
          </a:ln>
        </p:spPr>
      </p:sp>
      <p:sp>
        <p:nvSpPr>
          <p:cNvPr id="194" name="line-193">
            <a:extLst xmlns:a="http://schemas.openxmlformats.org/drawingml/2006/main">
              <a:ext uri="{FF2B5EF4-FFF2-40B4-BE49-F238E27FC236}">
                <a16:creationId xmlns:a16="http://schemas.microsoft.com/office/drawing/2014/main" id="{4AC314FE-4C71-400E-AF29-6097354C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291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166B0"/>
            </a:solidFill>
            <a:prstDash val="solid"/>
          </a:ln>
        </p:spPr>
      </p:sp>
      <p:sp>
        <p:nvSpPr>
          <p:cNvPr id="195" name="line-194">
            <a:extLst xmlns:a="http://schemas.openxmlformats.org/drawingml/2006/main">
              <a:ext uri="{FF2B5EF4-FFF2-40B4-BE49-F238E27FC236}">
                <a16:creationId xmlns:a16="http://schemas.microsoft.com/office/drawing/2014/main" id="{8FDB55E2-4E66-4651-886B-0C55ADB7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7434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166B0"/>
            </a:solidFill>
            <a:prstDash val="solid"/>
          </a:ln>
        </p:spPr>
      </p:sp>
      <p:sp>
        <p:nvSpPr>
          <p:cNvPr id="196" name="text-195">
            <a:extLst xmlns:a="http://schemas.openxmlformats.org/drawingml/2006/main">
              <a:ext uri="{FF2B5EF4-FFF2-40B4-BE49-F238E27FC236}">
                <a16:creationId xmlns:a16="http://schemas.microsoft.com/office/drawing/2014/main" id="{0C3D92BE-2988-4895-B9C9-037A3E7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95775"/>
            <a:ext cx="1838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授权 / 关键策略快照</a:t>
            </a:r>
          </a:p>
        </p:txBody>
      </p:sp>
      <p:sp>
        <p:nvSpPr>
          <p:cNvPr id="197" name="glyph-rect-196">
            <a:extLst xmlns:a="http://schemas.openxmlformats.org/drawingml/2006/main">
              <a:ext uri="{FF2B5EF4-FFF2-40B4-BE49-F238E27FC236}">
                <a16:creationId xmlns:a16="http://schemas.microsoft.com/office/drawing/2014/main" id="{62AC98A7-0D80-47A8-B8E2-A2A34794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71975"/>
            <a:ext cx="2000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9525">
            <a:solidFill>
              <a:srgbClr val="B9CEE5"/>
            </a:solidFill>
          </a:ln>
        </p:spPr>
      </p:sp>
      <p:sp>
        <p:nvSpPr>
          <p:cNvPr id="198" name="glyph-rect-197">
            <a:extLst xmlns:a="http://schemas.openxmlformats.org/drawingml/2006/main">
              <a:ext uri="{FF2B5EF4-FFF2-40B4-BE49-F238E27FC236}">
                <a16:creationId xmlns:a16="http://schemas.microsoft.com/office/drawing/2014/main" id="{4C020159-CCEC-499A-BD4D-3E5DCC8F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333875"/>
            <a:ext cx="2000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CEE5"/>
            </a:solidFill>
          </a:ln>
        </p:spPr>
      </p:sp>
      <p:sp>
        <p:nvSpPr>
          <p:cNvPr id="199" name="path-198">
            <a:extLst xmlns:a="http://schemas.openxmlformats.org/drawingml/2006/main">
              <a:ext uri="{FF2B5EF4-FFF2-40B4-BE49-F238E27FC236}">
                <a16:creationId xmlns:a16="http://schemas.microsoft.com/office/drawing/2014/main" id="{A0FBC6B5-FFC9-4146-B0BE-33E6074D4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05300"/>
            <a:ext cx="200025" cy="238125"/>
          </a:xfrm>
          <a:custGeom xmlns:a="http://schemas.openxmlformats.org/drawingml/2006/main">
            <a:pathLst>
              <a:path w="200025" h="238125">
                <a:moveTo>
                  <a:pt x="0" y="0"/>
                </a:moveTo>
                <a:lnTo>
                  <a:pt x="76200" y="0"/>
                </a:lnTo>
                <a:lnTo>
                  <a:pt x="200025" y="123825"/>
                </a:lnTo>
                <a:lnTo>
                  <a:pt x="200025" y="238125"/>
                </a:lnTo>
                <a:lnTo>
                  <a:pt x="0" y="2381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2166B0"/>
            </a:solidFill>
          </a:ln>
        </p:spPr>
      </p:sp>
      <p:sp>
        <p:nvSpPr>
          <p:cNvPr id="200" name="line-199">
            <a:extLst xmlns:a="http://schemas.openxmlformats.org/drawingml/2006/main">
              <a:ext uri="{FF2B5EF4-FFF2-40B4-BE49-F238E27FC236}">
                <a16:creationId xmlns:a16="http://schemas.microsoft.com/office/drawing/2014/main" id="{AF58A432-9120-4568-9646-7E357BF0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05300"/>
            <a:ext cx="0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166B0"/>
            </a:solidFill>
            <a:prstDash val="solid"/>
          </a:ln>
        </p:spPr>
      </p:sp>
      <p:sp>
        <p:nvSpPr>
          <p:cNvPr id="201" name="line-200">
            <a:extLst xmlns:a="http://schemas.openxmlformats.org/drawingml/2006/main">
              <a:ext uri="{FF2B5EF4-FFF2-40B4-BE49-F238E27FC236}">
                <a16:creationId xmlns:a16="http://schemas.microsoft.com/office/drawing/2014/main" id="{71D9A737-E675-4C68-84E8-BDC925F3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429125"/>
            <a:ext cx="123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5240">
            <a:solidFill>
              <a:srgbClr val="2166B0"/>
            </a:solidFill>
            <a:prstDash val="solid"/>
          </a:ln>
        </p:spPr>
      </p:sp>
      <p:sp>
        <p:nvSpPr>
          <p:cNvPr id="202" name="line-201">
            <a:extLst xmlns:a="http://schemas.openxmlformats.org/drawingml/2006/main">
              <a:ext uri="{FF2B5EF4-FFF2-40B4-BE49-F238E27FC236}">
                <a16:creationId xmlns:a16="http://schemas.microsoft.com/office/drawing/2014/main" id="{401D19A0-7FC9-466E-B98D-582FD973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148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166B0"/>
            </a:solidFill>
            <a:prstDash val="solid"/>
          </a:ln>
        </p:spPr>
      </p:sp>
      <p:sp>
        <p:nvSpPr>
          <p:cNvPr id="203" name="line-202">
            <a:extLst xmlns:a="http://schemas.openxmlformats.org/drawingml/2006/main">
              <a:ext uri="{FF2B5EF4-FFF2-40B4-BE49-F238E27FC236}">
                <a16:creationId xmlns:a16="http://schemas.microsoft.com/office/drawing/2014/main" id="{54897116-9453-455B-B1E8-5F30F54C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291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166B0"/>
            </a:solidFill>
            <a:prstDash val="solid"/>
          </a:ln>
        </p:spPr>
      </p:sp>
      <p:sp>
        <p:nvSpPr>
          <p:cNvPr id="204" name="line-203">
            <a:extLst xmlns:a="http://schemas.openxmlformats.org/drawingml/2006/main">
              <a:ext uri="{FF2B5EF4-FFF2-40B4-BE49-F238E27FC236}">
                <a16:creationId xmlns:a16="http://schemas.microsoft.com/office/drawing/2014/main" id="{74447445-C1ED-4340-B398-A70C7F8D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7434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2166B0"/>
            </a:solidFill>
            <a:prstDash val="solid"/>
          </a:ln>
        </p:spPr>
      </p:sp>
      <p:sp>
        <p:nvSpPr>
          <p:cNvPr id="205" name="text-204">
            <a:extLst xmlns:a="http://schemas.openxmlformats.org/drawingml/2006/main">
              <a:ext uri="{FF2B5EF4-FFF2-40B4-BE49-F238E27FC236}">
                <a16:creationId xmlns:a16="http://schemas.microsoft.com/office/drawing/2014/main" id="{A66CD16D-AAC8-40A4-83F6-9D9AF6372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295775"/>
            <a:ext cx="169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路由 / 契约快照</a:t>
            </a:r>
          </a:p>
        </p:txBody>
      </p:sp>
      <p:sp>
        <p:nvSpPr>
          <p:cNvPr id="206" name="shape-205">
            <a:extLst xmlns:a="http://schemas.openxmlformats.org/drawingml/2006/main">
              <a:ext uri="{FF2B5EF4-FFF2-40B4-BE49-F238E27FC236}">
                <a16:creationId xmlns:a16="http://schemas.microsoft.com/office/drawing/2014/main" id="{A30E51CC-E477-497B-A1B2-A6E9850C7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067300"/>
            <a:ext cx="46767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906">
            <a:solidFill>
              <a:srgbClr val="B9CEE5"/>
            </a:solidFill>
          </a:ln>
        </p:spPr>
      </p:sp>
      <p:sp>
        <p:nvSpPr>
          <p:cNvPr id="207" name="glyph-roundRect-206">
            <a:extLst xmlns:a="http://schemas.openxmlformats.org/drawingml/2006/main">
              <a:ext uri="{FF2B5EF4-FFF2-40B4-BE49-F238E27FC236}">
                <a16:creationId xmlns:a16="http://schemas.microsoft.com/office/drawing/2014/main" id="{AE8FF9F8-CB34-47A8-B4D8-8F416C6B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276850"/>
            <a:ext cx="314325" cy="34290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08" name="glyph-rect-207">
            <a:extLst xmlns:a="http://schemas.openxmlformats.org/drawingml/2006/main">
              <a:ext uri="{FF2B5EF4-FFF2-40B4-BE49-F238E27FC236}">
                <a16:creationId xmlns:a16="http://schemas.microsoft.com/office/drawing/2014/main" id="{40A5B932-6ED4-49E0-838B-DB806AAE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519" y="5324856"/>
            <a:ext cx="238887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09" name="glyph-ellipse-208">
            <a:extLst xmlns:a="http://schemas.openxmlformats.org/drawingml/2006/main">
              <a:ext uri="{FF2B5EF4-FFF2-40B4-BE49-F238E27FC236}">
                <a16:creationId xmlns:a16="http://schemas.microsoft.com/office/drawing/2014/main" id="{F1B3F1E7-05D2-4C58-919E-C1024915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665" y="5342001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10" name="line-209">
            <a:extLst xmlns:a="http://schemas.openxmlformats.org/drawingml/2006/main">
              <a:ext uri="{FF2B5EF4-FFF2-40B4-BE49-F238E27FC236}">
                <a16:creationId xmlns:a16="http://schemas.microsoft.com/office/drawing/2014/main" id="{34578F0C-8E84-4803-8F25-5B89BCFC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960" y="5352288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11" name="glyph-rect-210">
            <a:extLst xmlns:a="http://schemas.openxmlformats.org/drawingml/2006/main">
              <a:ext uri="{FF2B5EF4-FFF2-40B4-BE49-F238E27FC236}">
                <a16:creationId xmlns:a16="http://schemas.microsoft.com/office/drawing/2014/main" id="{E737276B-A94B-4D17-B9C3-FC9A5221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519" y="5410581"/>
            <a:ext cx="238887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12" name="glyph-ellipse-211">
            <a:extLst xmlns:a="http://schemas.openxmlformats.org/drawingml/2006/main">
              <a:ext uri="{FF2B5EF4-FFF2-40B4-BE49-F238E27FC236}">
                <a16:creationId xmlns:a16="http://schemas.microsoft.com/office/drawing/2014/main" id="{7F5DD352-0244-4C25-86B3-327BE8F9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665" y="5427726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13" name="line-212">
            <a:extLst xmlns:a="http://schemas.openxmlformats.org/drawingml/2006/main">
              <a:ext uri="{FF2B5EF4-FFF2-40B4-BE49-F238E27FC236}">
                <a16:creationId xmlns:a16="http://schemas.microsoft.com/office/drawing/2014/main" id="{7C607D91-399A-4FD9-85E3-42FD90DD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960" y="5438013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14" name="glyph-rect-213">
            <a:extLst xmlns:a="http://schemas.openxmlformats.org/drawingml/2006/main">
              <a:ext uri="{FF2B5EF4-FFF2-40B4-BE49-F238E27FC236}">
                <a16:creationId xmlns:a16="http://schemas.microsoft.com/office/drawing/2014/main" id="{DBA17AA3-E100-4A28-B1F7-FC24B6DD1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519" y="5496306"/>
            <a:ext cx="238887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15" name="glyph-ellipse-214">
            <a:extLst xmlns:a="http://schemas.openxmlformats.org/drawingml/2006/main">
              <a:ext uri="{FF2B5EF4-FFF2-40B4-BE49-F238E27FC236}">
                <a16:creationId xmlns:a16="http://schemas.microsoft.com/office/drawing/2014/main" id="{6D038785-EC7A-4A0F-864D-5722B433E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665" y="5513451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16" name="line-215">
            <a:extLst xmlns:a="http://schemas.openxmlformats.org/drawingml/2006/main">
              <a:ext uri="{FF2B5EF4-FFF2-40B4-BE49-F238E27FC236}">
                <a16:creationId xmlns:a16="http://schemas.microsoft.com/office/drawing/2014/main" id="{ED3930D5-92B0-4CA7-9D27-C2DEA27D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960" y="5523738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17" name="text-216">
            <a:extLst xmlns:a="http://schemas.openxmlformats.org/drawingml/2006/main">
              <a:ext uri="{FF2B5EF4-FFF2-40B4-BE49-F238E27FC236}">
                <a16:creationId xmlns:a16="http://schemas.microsoft.com/office/drawing/2014/main" id="{5B5715DF-0BAD-4BF8-A263-EECDB025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124450"/>
            <a:ext cx="19145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agentService</a:t>
            </a:r>
          </a:p>
        </p:txBody>
      </p:sp>
      <p:sp>
        <p:nvSpPr>
          <p:cNvPr id="218" name="text-217">
            <a:extLst xmlns:a="http://schemas.openxmlformats.org/drawingml/2006/main">
              <a:ext uri="{FF2B5EF4-FFF2-40B4-BE49-F238E27FC236}">
                <a16:creationId xmlns:a16="http://schemas.microsoft.com/office/drawing/2014/main" id="{88E35B32-EFC5-4BB2-BC44-E9A632EB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143500"/>
            <a:ext cx="16383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非核心查询</a:t>
            </a:r>
          </a:p>
        </p:txBody>
      </p:sp>
      <p:sp>
        <p:nvSpPr>
          <p:cNvPr id="219" name="text-218">
            <a:extLst xmlns:a="http://schemas.openxmlformats.org/drawingml/2006/main">
              <a:ext uri="{FF2B5EF4-FFF2-40B4-BE49-F238E27FC236}">
                <a16:creationId xmlns:a16="http://schemas.microsoft.com/office/drawing/2014/main" id="{2DECD174-56EE-47ED-9FAA-80F0D2D9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5467350"/>
            <a:ext cx="3800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技能展示 / 辅助查询 / 运营读接口</a:t>
            </a:r>
          </a:p>
        </p:txBody>
      </p:sp>
      <p:sp>
        <p:nvSpPr>
          <p:cNvPr id="220" name="shape-219">
            <a:extLst xmlns:a="http://schemas.openxmlformats.org/drawingml/2006/main">
              <a:ext uri="{FF2B5EF4-FFF2-40B4-BE49-F238E27FC236}">
                <a16:creationId xmlns:a16="http://schemas.microsoft.com/office/drawing/2014/main" id="{C0C94756-0A78-4B4C-A6DE-4AEF23E7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4480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21" name="shape-220">
            <a:extLst xmlns:a="http://schemas.openxmlformats.org/drawingml/2006/main">
              <a:ext uri="{FF2B5EF4-FFF2-40B4-BE49-F238E27FC236}">
                <a16:creationId xmlns:a16="http://schemas.microsoft.com/office/drawing/2014/main" id="{4D6BF932-2D07-466B-8EEF-2AE99AF6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27" name=""/>
          <p:cNvCxnSpPr>
            <a:stCxn xmlns:a="http://schemas.openxmlformats.org/drawingml/2006/main" id="220" idx="2"/>
            <a:endCxn xmlns:a="http://schemas.openxmlformats.org/drawingml/2006/main" id="221" idx="0"/>
          </p:cNvCxnSpPr>
          <p:nvPr/>
        </p:nvCxnSpPr>
        <p:spPr>
          <a:xfrm xmlns:a="http://schemas.openxmlformats.org/drawingml/2006/main">
            <a:off x="4919663" y="3457575"/>
            <a:ext cx="0" cy="20097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23" name="shape-222">
            <a:extLst xmlns:a="http://schemas.openxmlformats.org/drawingml/2006/main">
              <a:ext uri="{FF2B5EF4-FFF2-40B4-BE49-F238E27FC236}">
                <a16:creationId xmlns:a16="http://schemas.microsoft.com/office/drawing/2014/main" id="{8731D32F-7713-4319-B913-59CCDEEC5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67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24" name="shape-223">
            <a:extLst xmlns:a="http://schemas.openxmlformats.org/drawingml/2006/main">
              <a:ext uri="{FF2B5EF4-FFF2-40B4-BE49-F238E27FC236}">
                <a16:creationId xmlns:a16="http://schemas.microsoft.com/office/drawing/2014/main" id="{1398935F-C15D-4ADA-8756-39DC3B7A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46735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30" name=""/>
          <p:cNvCxnSpPr>
            <a:stCxn xmlns:a="http://schemas.openxmlformats.org/drawingml/2006/main" id="223" idx="3"/>
            <a:endCxn xmlns:a="http://schemas.openxmlformats.org/drawingml/2006/main" id="224" idx="1"/>
          </p:cNvCxnSpPr>
          <p:nvPr/>
        </p:nvCxnSpPr>
        <p:spPr>
          <a:xfrm xmlns:a="http://schemas.openxmlformats.org/drawingml/2006/main">
            <a:off x="4924425" y="5472113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26" name="text-225">
            <a:extLst xmlns:a="http://schemas.openxmlformats.org/drawingml/2006/main">
              <a:ext uri="{FF2B5EF4-FFF2-40B4-BE49-F238E27FC236}">
                <a16:creationId xmlns:a16="http://schemas.microsoft.com/office/drawing/2014/main" id="{22537C18-3B35-423F-BCB9-C0C0F9CC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162425"/>
            <a:ext cx="10572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技能展示</a:t>
            </a:r>
          </a:p>
          <a:p xmlns:a="http://schemas.openxmlformats.org/drawingml/2006/main">
            <a:pPr algn="ctr">
              <a:def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辅助查询</a:t>
            </a:r>
          </a:p>
        </p:txBody>
      </p:sp>
      <p:sp>
        <p:nvSpPr>
          <p:cNvPr id="227" name="shape-226">
            <a:extLst xmlns:a="http://schemas.openxmlformats.org/drawingml/2006/main">
              <a:ext uri="{FF2B5EF4-FFF2-40B4-BE49-F238E27FC236}">
                <a16:creationId xmlns:a16="http://schemas.microsoft.com/office/drawing/2014/main" id="{43E79376-9502-45AD-840B-70A15290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6238875"/>
            <a:ext cx="46767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D"/>
          </a:solidFill>
          <a:ln xmlns:a="http://schemas.openxmlformats.org/drawingml/2006/main" w="11906">
            <a:solidFill>
              <a:srgbClr val="B9CEE5"/>
            </a:solidFill>
          </a:ln>
        </p:spPr>
      </p:sp>
      <p:sp>
        <p:nvSpPr>
          <p:cNvPr id="228" name="glyph-roundRect-227">
            <a:extLst xmlns:a="http://schemas.openxmlformats.org/drawingml/2006/main">
              <a:ext uri="{FF2B5EF4-FFF2-40B4-BE49-F238E27FC236}">
                <a16:creationId xmlns:a16="http://schemas.microsoft.com/office/drawing/2014/main" id="{42326141-8562-4103-BAD1-E369D84E1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438900"/>
            <a:ext cx="314325" cy="34290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3F7FD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29" name="glyph-rect-228">
            <a:extLst xmlns:a="http://schemas.openxmlformats.org/drawingml/2006/main">
              <a:ext uri="{FF2B5EF4-FFF2-40B4-BE49-F238E27FC236}">
                <a16:creationId xmlns:a16="http://schemas.microsoft.com/office/drawing/2014/main" id="{483F497D-3683-41D5-A7B5-6EF038CC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519" y="6486906"/>
            <a:ext cx="238887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30" name="glyph-ellipse-229">
            <a:extLst xmlns:a="http://schemas.openxmlformats.org/drawingml/2006/main">
              <a:ext uri="{FF2B5EF4-FFF2-40B4-BE49-F238E27FC236}">
                <a16:creationId xmlns:a16="http://schemas.microsoft.com/office/drawing/2014/main" id="{9A2D3087-CBDA-4ED8-A601-AF3127E88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665" y="6504051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31" name="line-230">
            <a:extLst xmlns:a="http://schemas.openxmlformats.org/drawingml/2006/main">
              <a:ext uri="{FF2B5EF4-FFF2-40B4-BE49-F238E27FC236}">
                <a16:creationId xmlns:a16="http://schemas.microsoft.com/office/drawing/2014/main" id="{8F26A4B2-C511-43E6-B27A-C38B82A4E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960" y="6514338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32" name="glyph-rect-231">
            <a:extLst xmlns:a="http://schemas.openxmlformats.org/drawingml/2006/main">
              <a:ext uri="{FF2B5EF4-FFF2-40B4-BE49-F238E27FC236}">
                <a16:creationId xmlns:a16="http://schemas.microsoft.com/office/drawing/2014/main" id="{18BE0B33-959F-44D4-A246-05DD7EF1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519" y="6572631"/>
            <a:ext cx="238887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33" name="glyph-ellipse-232">
            <a:extLst xmlns:a="http://schemas.openxmlformats.org/drawingml/2006/main">
              <a:ext uri="{FF2B5EF4-FFF2-40B4-BE49-F238E27FC236}">
                <a16:creationId xmlns:a16="http://schemas.microsoft.com/office/drawing/2014/main" id="{1D6D2333-B508-4EAA-B0D3-8A291B545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665" y="6589776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34" name="line-233">
            <a:extLst xmlns:a="http://schemas.openxmlformats.org/drawingml/2006/main">
              <a:ext uri="{FF2B5EF4-FFF2-40B4-BE49-F238E27FC236}">
                <a16:creationId xmlns:a16="http://schemas.microsoft.com/office/drawing/2014/main" id="{0FE36D36-0853-4C38-92CD-FE718C8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960" y="6600063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35" name="glyph-rect-234">
            <a:extLst xmlns:a="http://schemas.openxmlformats.org/drawingml/2006/main">
              <a:ext uri="{FF2B5EF4-FFF2-40B4-BE49-F238E27FC236}">
                <a16:creationId xmlns:a16="http://schemas.microsoft.com/office/drawing/2014/main" id="{3FCF9BAA-1E02-40F4-833D-9ED03278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519" y="6658356"/>
            <a:ext cx="238887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954">
            <a:solidFill>
              <a:srgbClr val="163A63"/>
            </a:solidFill>
          </a:ln>
        </p:spPr>
      </p:sp>
      <p:sp>
        <p:nvSpPr>
          <p:cNvPr id="236" name="glyph-ellipse-235">
            <a:extLst xmlns:a="http://schemas.openxmlformats.org/drawingml/2006/main">
              <a:ext uri="{FF2B5EF4-FFF2-40B4-BE49-F238E27FC236}">
                <a16:creationId xmlns:a16="http://schemas.microsoft.com/office/drawing/2014/main" id="{BD67B0D6-94A4-4221-A39E-0E49CCAC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2665" y="6675501"/>
            <a:ext cx="17288" cy="172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37" name="line-236">
            <a:extLst xmlns:a="http://schemas.openxmlformats.org/drawingml/2006/main">
              <a:ext uri="{FF2B5EF4-FFF2-40B4-BE49-F238E27FC236}">
                <a16:creationId xmlns:a16="http://schemas.microsoft.com/office/drawing/2014/main" id="{8A0C669A-2E34-4C9F-BEE9-5FAC8041B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4960" y="6685788"/>
            <a:ext cx="103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63A63"/>
            </a:solidFill>
            <a:prstDash val="solid"/>
          </a:ln>
        </p:spPr>
      </p:sp>
      <p:sp>
        <p:nvSpPr>
          <p:cNvPr id="238" name="text-237">
            <a:extLst xmlns:a="http://schemas.openxmlformats.org/drawingml/2006/main">
              <a:ext uri="{FF2B5EF4-FFF2-40B4-BE49-F238E27FC236}">
                <a16:creationId xmlns:a16="http://schemas.microsoft.com/office/drawing/2014/main" id="{B11AC5AA-5795-4025-A163-05E96DD4A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296025"/>
            <a:ext cx="2028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8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adminService</a:t>
            </a:r>
          </a:p>
        </p:txBody>
      </p:sp>
      <p:sp>
        <p:nvSpPr>
          <p:cNvPr id="239" name="text-238">
            <a:extLst xmlns:a="http://schemas.openxmlformats.org/drawingml/2006/main">
              <a:ext uri="{FF2B5EF4-FFF2-40B4-BE49-F238E27FC236}">
                <a16:creationId xmlns:a16="http://schemas.microsoft.com/office/drawing/2014/main" id="{4B1EA7EC-0045-4861-8ABC-9762F892F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305550"/>
            <a:ext cx="1219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管理面</a:t>
            </a:r>
          </a:p>
        </p:txBody>
      </p:sp>
      <p:sp>
        <p:nvSpPr>
          <p:cNvPr id="240" name="text-239">
            <a:extLst xmlns:a="http://schemas.openxmlformats.org/drawingml/2006/main">
              <a:ext uri="{FF2B5EF4-FFF2-40B4-BE49-F238E27FC236}">
                <a16:creationId xmlns:a16="http://schemas.microsoft.com/office/drawing/2014/main" id="{0323269E-C2F8-4E23-B2CE-5175DC94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6629400"/>
            <a:ext cx="38004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技能与权限配置 / 运营管理 / 发布</a:t>
            </a:r>
          </a:p>
        </p:txBody>
      </p:sp>
      <p:sp>
        <p:nvSpPr>
          <p:cNvPr id="241" name="glyph-roundRect-240">
            <a:extLst xmlns:a="http://schemas.openxmlformats.org/drawingml/2006/main">
              <a:ext uri="{FF2B5EF4-FFF2-40B4-BE49-F238E27FC236}">
                <a16:creationId xmlns:a16="http://schemas.microsoft.com/office/drawing/2014/main" id="{2A55F397-30B9-4F73-B9AD-41CDE981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400800"/>
            <a:ext cx="6858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63A63"/>
            </a:solidFill>
          </a:ln>
        </p:spPr>
      </p:sp>
      <p:sp>
        <p:nvSpPr>
          <p:cNvPr id="242" name="line-241">
            <a:extLst xmlns:a="http://schemas.openxmlformats.org/drawingml/2006/main">
              <a:ext uri="{FF2B5EF4-FFF2-40B4-BE49-F238E27FC236}">
                <a16:creationId xmlns:a16="http://schemas.microsoft.com/office/drawing/2014/main" id="{4A7BC873-0E25-44F7-A768-304FC0A83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6515100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163A63"/>
            </a:solidFill>
            <a:prstDash val="solid"/>
          </a:ln>
        </p:spPr>
      </p:sp>
      <p:sp>
        <p:nvSpPr>
          <p:cNvPr id="243" name="glyph-ellipse-242">
            <a:extLst xmlns:a="http://schemas.openxmlformats.org/drawingml/2006/main">
              <a:ext uri="{FF2B5EF4-FFF2-40B4-BE49-F238E27FC236}">
                <a16:creationId xmlns:a16="http://schemas.microsoft.com/office/drawing/2014/main" id="{D04BFF67-42C8-4550-81C1-05296661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6448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44" name="glyph-ellipse-243">
            <a:extLst xmlns:a="http://schemas.openxmlformats.org/drawingml/2006/main">
              <a:ext uri="{FF2B5EF4-FFF2-40B4-BE49-F238E27FC236}">
                <a16:creationId xmlns:a16="http://schemas.microsoft.com/office/drawing/2014/main" id="{ED04CFFD-5543-4E71-A4AC-EFE683E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6448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45" name="glyph-ellipse-244">
            <a:extLst xmlns:a="http://schemas.openxmlformats.org/drawingml/2006/main">
              <a:ext uri="{FF2B5EF4-FFF2-40B4-BE49-F238E27FC236}">
                <a16:creationId xmlns:a16="http://schemas.microsoft.com/office/drawing/2014/main" id="{23452BBB-C3FD-4A1C-9690-A9E8A2FC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6448425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66B0"/>
          </a:solidFill>
          <a:ln xmlns:a="http://schemas.openxmlformats.org/drawingml/2006/main" w="4763">
            <a:solidFill>
              <a:srgbClr val="2166B0"/>
            </a:solidFill>
          </a:ln>
        </p:spPr>
      </p:sp>
      <p:sp>
        <p:nvSpPr>
          <p:cNvPr id="246" name="shape-245">
            <a:extLst xmlns:a="http://schemas.openxmlformats.org/drawingml/2006/main">
              <a:ext uri="{FF2B5EF4-FFF2-40B4-BE49-F238E27FC236}">
                <a16:creationId xmlns:a16="http://schemas.microsoft.com/office/drawing/2014/main" id="{DD43A5B0-5538-4513-9ED0-0F8E1BDF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6601968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47" name="shape-246">
            <a:extLst xmlns:a="http://schemas.openxmlformats.org/drawingml/2006/main">
              <a:ext uri="{FF2B5EF4-FFF2-40B4-BE49-F238E27FC236}">
                <a16:creationId xmlns:a16="http://schemas.microsoft.com/office/drawing/2014/main" id="{14707837-BB74-4D71-8E93-BA04CDFB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679" y="667512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53" name=""/>
          <p:cNvCxnSpPr>
            <a:stCxn xmlns:a="http://schemas.openxmlformats.org/drawingml/2006/main" id="246" idx="1"/>
            <a:endCxn xmlns:a="http://schemas.openxmlformats.org/drawingml/2006/main" id="247" idx="3"/>
          </p:cNvCxnSpPr>
          <p:nvPr/>
        </p:nvCxnSpPr>
        <p:spPr>
          <a:xfrm xmlns:a="http://schemas.openxmlformats.org/drawingml/2006/main" flipH="1">
            <a:off x="4680204" y="6606731"/>
            <a:ext cx="72771" cy="73152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49" name="line-248">
            <a:extLst xmlns:a="http://schemas.openxmlformats.org/drawingml/2006/main">
              <a:ext uri="{FF2B5EF4-FFF2-40B4-BE49-F238E27FC236}">
                <a16:creationId xmlns:a16="http://schemas.microsoft.com/office/drawing/2014/main" id="{D421B31E-3A0A-4331-9E95-27C9EEEB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0679" y="6675120"/>
            <a:ext cx="82296" cy="777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250" name="line-249">
            <a:extLst xmlns:a="http://schemas.openxmlformats.org/drawingml/2006/main">
              <a:ext uri="{FF2B5EF4-FFF2-40B4-BE49-F238E27FC236}">
                <a16:creationId xmlns:a16="http://schemas.microsoft.com/office/drawing/2014/main" id="{3086858D-DD2B-4DCB-ACAA-77C6CBC2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017" y="6601968"/>
            <a:ext cx="89154" cy="7315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2166B0"/>
            </a:solidFill>
            <a:prstDash val="solid"/>
          </a:ln>
        </p:spPr>
      </p:sp>
      <p:sp>
        <p:nvSpPr>
          <p:cNvPr id="251" name="shape-250">
            <a:extLst xmlns:a="http://schemas.openxmlformats.org/drawingml/2006/main">
              <a:ext uri="{FF2B5EF4-FFF2-40B4-BE49-F238E27FC236}">
                <a16:creationId xmlns:a16="http://schemas.microsoft.com/office/drawing/2014/main" id="{CA2F7594-7881-4454-95A9-CDA7D6B7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8171" y="667512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52" name="shape-251">
            <a:extLst xmlns:a="http://schemas.openxmlformats.org/drawingml/2006/main">
              <a:ext uri="{FF2B5EF4-FFF2-40B4-BE49-F238E27FC236}">
                <a16:creationId xmlns:a16="http://schemas.microsoft.com/office/drawing/2014/main" id="{C1C17EAE-373E-447E-AC02-FD4D8C76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017" y="6752844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58" name=""/>
          <p:cNvCxnSpPr>
            <a:stCxn xmlns:a="http://schemas.openxmlformats.org/drawingml/2006/main" id="251" idx="1"/>
            <a:endCxn xmlns:a="http://schemas.openxmlformats.org/drawingml/2006/main" id="252" idx="3"/>
          </p:cNvCxnSpPr>
          <p:nvPr/>
        </p:nvCxnSpPr>
        <p:spPr>
          <a:xfrm xmlns:a="http://schemas.openxmlformats.org/drawingml/2006/main" flipH="1">
            <a:off x="5098542" y="6679883"/>
            <a:ext cx="79629" cy="77724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54" name="shape-253">
            <a:extLst xmlns:a="http://schemas.openxmlformats.org/drawingml/2006/main">
              <a:ext uri="{FF2B5EF4-FFF2-40B4-BE49-F238E27FC236}">
                <a16:creationId xmlns:a16="http://schemas.microsoft.com/office/drawing/2014/main" id="{92CB0DE7-B1B8-41BD-BFB3-B4D9FEBB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9289" y="658368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55" name="shape-254">
            <a:extLst xmlns:a="http://schemas.openxmlformats.org/drawingml/2006/main">
              <a:ext uri="{FF2B5EF4-FFF2-40B4-BE49-F238E27FC236}">
                <a16:creationId xmlns:a16="http://schemas.microsoft.com/office/drawing/2014/main" id="{D412AD76-74C1-4C60-AA1E-08BF14E22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419" y="676656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61" name=""/>
          <p:cNvCxnSpPr>
            <a:stCxn xmlns:a="http://schemas.openxmlformats.org/drawingml/2006/main" id="254" idx="2"/>
            <a:endCxn xmlns:a="http://schemas.openxmlformats.org/drawingml/2006/main" id="255" idx="0"/>
          </p:cNvCxnSpPr>
          <p:nvPr/>
        </p:nvCxnSpPr>
        <p:spPr>
          <a:xfrm xmlns:a="http://schemas.openxmlformats.org/drawingml/2006/main" flipH="1">
            <a:off x="4881182" y="6593205"/>
            <a:ext cx="102870" cy="17335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none" w="sm" len="sm"/>
          </a:ln>
        </p:spPr>
      </p:cxnSp>
      <p:sp>
        <p:nvSpPr>
          <p:cNvPr id="257" name="text-256">
            <a:extLst xmlns:a="http://schemas.openxmlformats.org/drawingml/2006/main">
              <a:ext uri="{FF2B5EF4-FFF2-40B4-BE49-F238E27FC236}">
                <a16:creationId xmlns:a16="http://schemas.microsoft.com/office/drawing/2014/main" id="{69FE6AAE-F973-4F44-923C-6117326F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6915150"/>
            <a:ext cx="76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0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管理端</a:t>
            </a:r>
          </a:p>
        </p:txBody>
      </p:sp>
      <p:sp>
        <p:nvSpPr>
          <p:cNvPr id="258" name="shape-257">
            <a:extLst xmlns:a="http://schemas.openxmlformats.org/drawingml/2006/main">
              <a:ext uri="{FF2B5EF4-FFF2-40B4-BE49-F238E27FC236}">
                <a16:creationId xmlns:a16="http://schemas.microsoft.com/office/drawing/2014/main" id="{9F4F970B-0381-4148-AE52-17781794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6619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59" name="shape-258">
            <a:extLst xmlns:a="http://schemas.openxmlformats.org/drawingml/2006/main">
              <a:ext uri="{FF2B5EF4-FFF2-40B4-BE49-F238E27FC236}">
                <a16:creationId xmlns:a16="http://schemas.microsoft.com/office/drawing/2014/main" id="{1047B649-C1BC-4354-A280-E8AE41B0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6198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65" name=""/>
          <p:cNvCxnSpPr>
            <a:stCxn xmlns:a="http://schemas.openxmlformats.org/drawingml/2006/main" id="258" idx="3"/>
            <a:endCxn xmlns:a="http://schemas.openxmlformats.org/drawingml/2006/main" id="259" idx="1"/>
          </p:cNvCxnSpPr>
          <p:nvPr/>
        </p:nvCxnSpPr>
        <p:spPr>
          <a:xfrm xmlns:a="http://schemas.openxmlformats.org/drawingml/2006/main">
            <a:off x="5276850" y="6624638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solid"/>
            <a:tailEnd type="triangle" w="sm" len="sm"/>
          </a:ln>
        </p:spPr>
      </p:cxnSp>
      <p:sp>
        <p:nvSpPr>
          <p:cNvPr id="261" name="shape-260">
            <a:extLst xmlns:a="http://schemas.openxmlformats.org/drawingml/2006/main">
              <a:ext uri="{FF2B5EF4-FFF2-40B4-BE49-F238E27FC236}">
                <a16:creationId xmlns:a16="http://schemas.microsoft.com/office/drawing/2014/main" id="{68FA1821-A94D-47A6-9C01-42C90012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6294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62" name="shape-261">
            <a:extLst xmlns:a="http://schemas.openxmlformats.org/drawingml/2006/main">
              <a:ext uri="{FF2B5EF4-FFF2-40B4-BE49-F238E27FC236}">
                <a16:creationId xmlns:a16="http://schemas.microsoft.com/office/drawing/2014/main" id="{4F924B71-0864-4FDD-93FD-78D2963A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6294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68" name=""/>
          <p:cNvCxnSpPr>
            <a:stCxn xmlns:a="http://schemas.openxmlformats.org/drawingml/2006/main" id="261" idx="3"/>
            <a:endCxn xmlns:a="http://schemas.openxmlformats.org/drawingml/2006/main" id="262" idx="1"/>
          </p:cNvCxnSpPr>
          <p:nvPr/>
        </p:nvCxnSpPr>
        <p:spPr>
          <a:xfrm xmlns:a="http://schemas.openxmlformats.org/drawingml/2006/main">
            <a:off x="10496550" y="6634163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none" w="sm" len="sm"/>
          </a:ln>
        </p:spPr>
      </p:cxnSp>
      <p:sp>
        <p:nvSpPr>
          <p:cNvPr id="264" name="shape-263">
            <a:extLst xmlns:a="http://schemas.openxmlformats.org/drawingml/2006/main">
              <a:ext uri="{FF2B5EF4-FFF2-40B4-BE49-F238E27FC236}">
                <a16:creationId xmlns:a16="http://schemas.microsoft.com/office/drawing/2014/main" id="{559945F2-3B4F-42D4-8C50-14EF55BE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6294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65" name="shape-264">
            <a:extLst xmlns:a="http://schemas.openxmlformats.org/drawingml/2006/main">
              <a:ext uri="{FF2B5EF4-FFF2-40B4-BE49-F238E27FC236}">
                <a16:creationId xmlns:a16="http://schemas.microsoft.com/office/drawing/2014/main" id="{99D9F698-7CED-483C-A614-B335B873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48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71" name=""/>
          <p:cNvCxnSpPr>
            <a:stCxn xmlns:a="http://schemas.openxmlformats.org/drawingml/2006/main" id="264" idx="0"/>
            <a:endCxn xmlns:a="http://schemas.openxmlformats.org/drawingml/2006/main" id="265" idx="2"/>
          </p:cNvCxnSpPr>
          <p:nvPr/>
        </p:nvCxnSpPr>
        <p:spPr>
          <a:xfrm xmlns:a="http://schemas.openxmlformats.org/drawingml/2006/main" flipV="1">
            <a:off x="10787063" y="4657725"/>
            <a:ext cx="0" cy="19716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none" w="sm" len="sm"/>
          </a:ln>
        </p:spPr>
      </p:cxnSp>
      <p:sp>
        <p:nvSpPr>
          <p:cNvPr id="267" name="shape-266">
            <a:extLst xmlns:a="http://schemas.openxmlformats.org/drawingml/2006/main">
              <a:ext uri="{FF2B5EF4-FFF2-40B4-BE49-F238E27FC236}">
                <a16:creationId xmlns:a16="http://schemas.microsoft.com/office/drawing/2014/main" id="{92F20C99-E4F6-4C71-BBED-BD5CF551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648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68" name="shape-267">
            <a:extLst xmlns:a="http://schemas.openxmlformats.org/drawingml/2006/main">
              <a:ext uri="{FF2B5EF4-FFF2-40B4-BE49-F238E27FC236}">
                <a16:creationId xmlns:a16="http://schemas.microsoft.com/office/drawing/2014/main" id="{6CEBDFDA-3EF4-4503-8233-60A0EA6CC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74" name=""/>
          <p:cNvCxnSpPr>
            <a:stCxn xmlns:a="http://schemas.openxmlformats.org/drawingml/2006/main" id="267" idx="1"/>
            <a:endCxn xmlns:a="http://schemas.openxmlformats.org/drawingml/2006/main" id="268" idx="3"/>
          </p:cNvCxnSpPr>
          <p:nvPr/>
        </p:nvCxnSpPr>
        <p:spPr>
          <a:xfrm xmlns:a="http://schemas.openxmlformats.org/drawingml/2006/main" flipH="1">
            <a:off x="8439150" y="4652963"/>
            <a:ext cx="234315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none" w="sm" len="sm"/>
          </a:ln>
        </p:spPr>
      </p:cxnSp>
      <p:sp>
        <p:nvSpPr>
          <p:cNvPr id="270" name="shape-269">
            <a:extLst xmlns:a="http://schemas.openxmlformats.org/drawingml/2006/main">
              <a:ext uri="{FF2B5EF4-FFF2-40B4-BE49-F238E27FC236}">
                <a16:creationId xmlns:a16="http://schemas.microsoft.com/office/drawing/2014/main" id="{0AC7236F-D6DE-4D24-839E-49CDF3EE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71" name="shape-270">
            <a:extLst xmlns:a="http://schemas.openxmlformats.org/drawingml/2006/main">
              <a:ext uri="{FF2B5EF4-FFF2-40B4-BE49-F238E27FC236}">
                <a16:creationId xmlns:a16="http://schemas.microsoft.com/office/drawing/2014/main" id="{4D083D6D-6D87-49FE-9969-387DDBEB5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543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77" name=""/>
          <p:cNvCxnSpPr>
            <a:stCxn xmlns:a="http://schemas.openxmlformats.org/drawingml/2006/main" id="270" idx="0"/>
            <a:endCxn xmlns:a="http://schemas.openxmlformats.org/drawingml/2006/main" id="271" idx="2"/>
          </p:cNvCxnSpPr>
          <p:nvPr/>
        </p:nvCxnSpPr>
        <p:spPr>
          <a:xfrm xmlns:a="http://schemas.openxmlformats.org/drawingml/2006/main" flipV="1">
            <a:off x="8434388" y="45529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triangle" w="sm" len="sm"/>
          </a:ln>
        </p:spPr>
      </p:cxnSp>
      <p:sp>
        <p:nvSpPr>
          <p:cNvPr id="273" name="shape-272">
            <a:extLst xmlns:a="http://schemas.openxmlformats.org/drawingml/2006/main">
              <a:ext uri="{FF2B5EF4-FFF2-40B4-BE49-F238E27FC236}">
                <a16:creationId xmlns:a16="http://schemas.microsoft.com/office/drawing/2014/main" id="{3D7E9DFE-871F-42B7-8624-089677E8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5972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74" name="shape-273">
            <a:extLst xmlns:a="http://schemas.openxmlformats.org/drawingml/2006/main">
              <a:ext uri="{FF2B5EF4-FFF2-40B4-BE49-F238E27FC236}">
                <a16:creationId xmlns:a16="http://schemas.microsoft.com/office/drawing/2014/main" id="{D4934358-5B99-4F1E-A8D0-737B2D0C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72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80" name=""/>
          <p:cNvCxnSpPr>
            <a:stCxn xmlns:a="http://schemas.openxmlformats.org/drawingml/2006/main" id="273" idx="1"/>
            <a:endCxn xmlns:a="http://schemas.openxmlformats.org/drawingml/2006/main" id="274" idx="3"/>
          </p:cNvCxnSpPr>
          <p:nvPr/>
        </p:nvCxnSpPr>
        <p:spPr>
          <a:xfrm xmlns:a="http://schemas.openxmlformats.org/drawingml/2006/main" flipH="1">
            <a:off x="9458325" y="5976938"/>
            <a:ext cx="132397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none" w="sm" len="sm"/>
          </a:ln>
        </p:spPr>
      </p:cxnSp>
      <p:sp>
        <p:nvSpPr>
          <p:cNvPr id="276" name="shape-275">
            <a:extLst xmlns:a="http://schemas.openxmlformats.org/drawingml/2006/main">
              <a:ext uri="{FF2B5EF4-FFF2-40B4-BE49-F238E27FC236}">
                <a16:creationId xmlns:a16="http://schemas.microsoft.com/office/drawing/2014/main" id="{3603FB5E-E4D2-4C48-A310-F6CF11D4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9721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77" name="shape-276">
            <a:extLst xmlns:a="http://schemas.openxmlformats.org/drawingml/2006/main">
              <a:ext uri="{FF2B5EF4-FFF2-40B4-BE49-F238E27FC236}">
                <a16:creationId xmlns:a16="http://schemas.microsoft.com/office/drawing/2014/main" id="{F26BC982-D107-4C49-B08D-4FFF5384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81977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83" name=""/>
          <p:cNvCxnSpPr>
            <a:stCxn xmlns:a="http://schemas.openxmlformats.org/drawingml/2006/main" id="276" idx="0"/>
            <a:endCxn xmlns:a="http://schemas.openxmlformats.org/drawingml/2006/main" id="277" idx="2"/>
          </p:cNvCxnSpPr>
          <p:nvPr/>
        </p:nvCxnSpPr>
        <p:spPr>
          <a:xfrm xmlns:a="http://schemas.openxmlformats.org/drawingml/2006/main" flipV="1">
            <a:off x="9453563" y="582930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triangle" w="sm" len="sm"/>
          </a:ln>
        </p:spPr>
      </p:cxnSp>
      <p:sp>
        <p:nvSpPr>
          <p:cNvPr id="279" name="text-278">
            <a:extLst xmlns:a="http://schemas.openxmlformats.org/drawingml/2006/main">
              <a:ext uri="{FF2B5EF4-FFF2-40B4-BE49-F238E27FC236}">
                <a16:creationId xmlns:a16="http://schemas.microsoft.com/office/drawing/2014/main" id="{547B6D9B-5FBD-4F3F-9ED0-59D186356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962650"/>
            <a:ext cx="1819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版本化发布</a:t>
            </a:r>
          </a:p>
        </p:txBody>
      </p:sp>
      <p:sp>
        <p:nvSpPr>
          <p:cNvPr id="280" name="shape-279">
            <a:extLst xmlns:a="http://schemas.openxmlformats.org/drawingml/2006/main">
              <a:ext uri="{FF2B5EF4-FFF2-40B4-BE49-F238E27FC236}">
                <a16:creationId xmlns:a16="http://schemas.microsoft.com/office/drawing/2014/main" id="{78FB87C6-9A73-4DD5-B607-A5C829737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648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81" name="shape-280">
            <a:extLst xmlns:a="http://schemas.openxmlformats.org/drawingml/2006/main">
              <a:ext uri="{FF2B5EF4-FFF2-40B4-BE49-F238E27FC236}">
                <a16:creationId xmlns:a16="http://schemas.microsoft.com/office/drawing/2014/main" id="{7A56D20F-6152-4FB4-BDFE-803DB42C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48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87" name=""/>
          <p:cNvCxnSpPr>
            <a:stCxn xmlns:a="http://schemas.openxmlformats.org/drawingml/2006/main" id="280" idx="1"/>
            <a:endCxn xmlns:a="http://schemas.openxmlformats.org/drawingml/2006/main" id="281" idx="3"/>
          </p:cNvCxnSpPr>
          <p:nvPr/>
        </p:nvCxnSpPr>
        <p:spPr>
          <a:xfrm xmlns:a="http://schemas.openxmlformats.org/drawingml/2006/main" flipH="1">
            <a:off x="6134100" y="4652963"/>
            <a:ext cx="229552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none" w="sm" len="sm"/>
          </a:ln>
        </p:spPr>
      </p:cxnSp>
      <p:sp>
        <p:nvSpPr>
          <p:cNvPr id="283" name="shape-282">
            <a:extLst xmlns:a="http://schemas.openxmlformats.org/drawingml/2006/main">
              <a:ext uri="{FF2B5EF4-FFF2-40B4-BE49-F238E27FC236}">
                <a16:creationId xmlns:a16="http://schemas.microsoft.com/office/drawing/2014/main" id="{53E77DE7-B555-41FC-9889-0D7AF0D2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6482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sp>
        <p:nvSpPr>
          <p:cNvPr id="284" name="shape-283">
            <a:extLst xmlns:a="http://schemas.openxmlformats.org/drawingml/2006/main">
              <a:ext uri="{FF2B5EF4-FFF2-40B4-BE49-F238E27FC236}">
                <a16:creationId xmlns:a16="http://schemas.microsoft.com/office/drawing/2014/main" id="{28D2CF51-6B67-4800-B583-5BFA8B6DF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4543425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1906">
            <a:noFill/>
          </a:ln>
        </p:spPr>
      </p:sp>
      <p:cxnSp>
        <p:nvCxnSpPr>
          <p:cNvPr id="590" name=""/>
          <p:cNvCxnSpPr>
            <a:stCxn xmlns:a="http://schemas.openxmlformats.org/drawingml/2006/main" id="283" idx="0"/>
            <a:endCxn xmlns:a="http://schemas.openxmlformats.org/drawingml/2006/main" id="284" idx="2"/>
          </p:cNvCxnSpPr>
          <p:nvPr/>
        </p:nvCxnSpPr>
        <p:spPr>
          <a:xfrm xmlns:a="http://schemas.openxmlformats.org/drawingml/2006/main" flipV="1">
            <a:off x="6129338" y="4552950"/>
            <a:ext cx="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2166B0"/>
            </a:solidFill>
            <a:prstDash val="dash"/>
            <a:tailEnd type="triangle" w="sm" len="sm"/>
          </a:ln>
        </p:spPr>
      </p:cxnSp>
      <p:sp>
        <p:nvSpPr>
          <p:cNvPr id="286" name="text-285">
            <a:extLst xmlns:a="http://schemas.openxmlformats.org/drawingml/2006/main">
              <a:ext uri="{FF2B5EF4-FFF2-40B4-BE49-F238E27FC236}">
                <a16:creationId xmlns:a16="http://schemas.microsoft.com/office/drawing/2014/main" id="{82F8B64E-685F-459C-AC65-218F1F2A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7105650"/>
            <a:ext cx="4648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350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虚线：发布与加载；实线：请求调用</a:t>
            </a:r>
          </a:p>
        </p:txBody>
      </p:sp>
      <p:sp>
        <p:nvSpPr>
          <p:cNvPr id="287" name="line-286">
            <a:extLst xmlns:a="http://schemas.openxmlformats.org/drawingml/2006/main">
              <a:ext uri="{FF2B5EF4-FFF2-40B4-BE49-F238E27FC236}">
                <a16:creationId xmlns:a16="http://schemas.microsoft.com/office/drawing/2014/main" id="{72914AFC-FF22-4997-8463-12F8C710D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7439025"/>
            <a:ext cx="6257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B9CEE5"/>
            </a:solidFill>
            <a:prstDash val="solid"/>
          </a:ln>
        </p:spPr>
      </p:sp>
      <p:sp>
        <p:nvSpPr>
          <p:cNvPr id="288" name="glyph-can-287">
            <a:extLst xmlns:a="http://schemas.openxmlformats.org/drawingml/2006/main">
              <a:ext uri="{FF2B5EF4-FFF2-40B4-BE49-F238E27FC236}">
                <a16:creationId xmlns:a16="http://schemas.microsoft.com/office/drawing/2014/main" id="{C30BFD9A-EE44-4EBE-99AD-9505C27F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7581900"/>
            <a:ext cx="390525" cy="381000"/>
          </a:xfrm>
          <a:prstGeom xmlns:a="http://schemas.openxmlformats.org/drawingml/2006/main" prst="can">
            <a:avLst/>
          </a:prstGeom>
          <a:solidFill xmlns:a="http://schemas.openxmlformats.org/drawingml/2006/main">
            <a:srgbClr val="EAF1FB"/>
          </a:solidFill>
          <a:ln xmlns:a="http://schemas.openxmlformats.org/drawingml/2006/main" w="16193">
            <a:solidFill>
              <a:srgbClr val="416FA8"/>
            </a:solidFill>
          </a:ln>
        </p:spPr>
      </p:sp>
      <p:sp>
        <p:nvSpPr>
          <p:cNvPr id="289" name="text-288">
            <a:extLst xmlns:a="http://schemas.openxmlformats.org/drawingml/2006/main">
              <a:ext uri="{FF2B5EF4-FFF2-40B4-BE49-F238E27FC236}">
                <a16:creationId xmlns:a16="http://schemas.microsoft.com/office/drawing/2014/main" id="{A89D9503-681E-4176-82C8-3927C009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7610475"/>
            <a:ext cx="25431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共享DB（openGauss）</a:t>
            </a:r>
          </a:p>
        </p:txBody>
      </p:sp>
      <p:sp>
        <p:nvSpPr>
          <p:cNvPr id="290" name="path-289">
            <a:extLst xmlns:a="http://schemas.openxmlformats.org/drawingml/2006/main">
              <a:ext uri="{FF2B5EF4-FFF2-40B4-BE49-F238E27FC236}">
                <a16:creationId xmlns:a16="http://schemas.microsoft.com/office/drawing/2014/main" id="{EADDC5E4-9220-46D5-AF5C-EE0F280C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7766685"/>
            <a:ext cx="495300" cy="160020"/>
          </a:xfrm>
          <a:custGeom xmlns:a="http://schemas.openxmlformats.org/drawingml/2006/main">
            <a:pathLst>
              <a:path w="495300" h="160020">
                <a:moveTo>
                  <a:pt x="247650" y="0"/>
                </a:moveTo>
                <a:lnTo>
                  <a:pt x="495300" y="80010"/>
                </a:lnTo>
                <a:lnTo>
                  <a:pt x="247650" y="16002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91" name="path-290">
            <a:extLst xmlns:a="http://schemas.openxmlformats.org/drawingml/2006/main">
              <a:ext uri="{FF2B5EF4-FFF2-40B4-BE49-F238E27FC236}">
                <a16:creationId xmlns:a16="http://schemas.microsoft.com/office/drawing/2014/main" id="{E3B52E1A-F398-43B9-961E-CE61FE6F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7693343"/>
            <a:ext cx="495300" cy="160020"/>
          </a:xfrm>
          <a:custGeom xmlns:a="http://schemas.openxmlformats.org/drawingml/2006/main">
            <a:pathLst>
              <a:path w="495300" h="160020">
                <a:moveTo>
                  <a:pt x="247650" y="0"/>
                </a:moveTo>
                <a:lnTo>
                  <a:pt x="495300" y="80010"/>
                </a:lnTo>
                <a:lnTo>
                  <a:pt x="247650" y="16002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92" name="path-291">
            <a:extLst xmlns:a="http://schemas.openxmlformats.org/drawingml/2006/main">
              <a:ext uri="{FF2B5EF4-FFF2-40B4-BE49-F238E27FC236}">
                <a16:creationId xmlns:a16="http://schemas.microsoft.com/office/drawing/2014/main" id="{68489273-11F9-4B75-AD72-8D2C33B5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7620000"/>
            <a:ext cx="495300" cy="160020"/>
          </a:xfrm>
          <a:custGeom xmlns:a="http://schemas.openxmlformats.org/drawingml/2006/main">
            <a:pathLst>
              <a:path w="495300" h="160020">
                <a:moveTo>
                  <a:pt x="247650" y="0"/>
                </a:moveTo>
                <a:lnTo>
                  <a:pt x="495300" y="80010"/>
                </a:lnTo>
                <a:lnTo>
                  <a:pt x="247650" y="160020"/>
                </a:lnTo>
                <a:lnTo>
                  <a:pt x="0" y="80010"/>
                </a:lnTo>
                <a:close/>
              </a:path>
            </a:pathLst>
          </a:custGeom>
          <a:solidFill xmlns:a="http://schemas.openxmlformats.org/drawingml/2006/main">
            <a:srgbClr val="E8F0FE"/>
          </a:solidFill>
          <a:ln xmlns:a="http://schemas.openxmlformats.org/drawingml/2006/main" w="14288">
            <a:solidFill>
              <a:srgbClr val="376AAF"/>
            </a:solidFill>
          </a:ln>
        </p:spPr>
      </p:sp>
      <p:sp>
        <p:nvSpPr>
          <p:cNvPr id="293" name="text-292">
            <a:extLst xmlns:a="http://schemas.openxmlformats.org/drawingml/2006/main">
              <a:ext uri="{FF2B5EF4-FFF2-40B4-BE49-F238E27FC236}">
                <a16:creationId xmlns:a16="http://schemas.microsoft.com/office/drawing/2014/main" id="{7B3401A2-248E-4C3A-9460-6B80A388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7610475"/>
            <a:ext cx="904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650" b="1">
                <a:solidFill>
                  <a:srgbClr val="163A63"/>
                </a:solidFill>
                <a:latin typeface="Hiragino Sans GB"/>
                <a:ea typeface="Hiragino Sans GB"/>
                <a:cs typeface="Hiragino Sans GB"/>
              </a:rPr>
              <a:t>Redis</a:t>
            </a:r>
          </a:p>
        </p:txBody>
      </p:sp>
      <p:sp>
        <p:nvSpPr>
          <p:cNvPr id="294" name="text-293">
            <a:extLst xmlns:a="http://schemas.openxmlformats.org/drawingml/2006/main">
              <a:ext uri="{FF2B5EF4-FFF2-40B4-BE49-F238E27FC236}">
                <a16:creationId xmlns:a16="http://schemas.microsoft.com/office/drawing/2014/main" id="{6DC8D836-9033-4589-A9F9-38883EDA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79819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42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各服务按职责访问，拆分初期仍共享</a:t>
            </a:r>
          </a:p>
        </p:txBody>
      </p:sp>
      <p:sp>
        <p:nvSpPr>
          <p:cNvPr id="295" name="text-294">
            <a:extLst xmlns:a="http://schemas.openxmlformats.org/drawingml/2006/main">
              <a:ext uri="{FF2B5EF4-FFF2-40B4-BE49-F238E27FC236}">
                <a16:creationId xmlns:a16="http://schemas.microsoft.com/office/drawing/2014/main" id="{5B55BF84-E09A-4ED6-BDF3-1107A4FB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1145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01  权限集中，服务端校验</a:t>
            </a:r>
          </a:p>
        </p:txBody>
      </p:sp>
      <p:sp>
        <p:nvSpPr>
          <p:cNvPr id="296" name="text-295">
            <a:extLst xmlns:a="http://schemas.openxmlformats.org/drawingml/2006/main">
              <a:ext uri="{FF2B5EF4-FFF2-40B4-BE49-F238E27FC236}">
                <a16:creationId xmlns:a16="http://schemas.microsoft.com/office/drawing/2014/main" id="{21C8C22E-5E58-4750-A87A-97018C150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457450"/>
            <a:ext cx="3381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ChatService统一业务权限接口，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并校验Run、技能与附件授权。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各服务仍校验身份与授权上下文。</a:t>
            </a:r>
          </a:p>
        </p:txBody>
      </p:sp>
      <p:sp>
        <p:nvSpPr>
          <p:cNvPr id="297" name="text-296">
            <a:extLst xmlns:a="http://schemas.openxmlformats.org/drawingml/2006/main">
              <a:ext uri="{FF2B5EF4-FFF2-40B4-BE49-F238E27FC236}">
                <a16:creationId xmlns:a16="http://schemas.microsoft.com/office/drawing/2014/main" id="{91E33BBB-AD85-428D-922A-84242A37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2575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02  toolService专注执行</a:t>
            </a:r>
          </a:p>
        </p:txBody>
      </p:sp>
      <p:sp>
        <p:nvSpPr>
          <p:cNvPr id="298" name="text-297">
            <a:extLst xmlns:a="http://schemas.openxmlformats.org/drawingml/2006/main">
              <a:ext uri="{FF2B5EF4-FFF2-40B4-BE49-F238E27FC236}">
                <a16:creationId xmlns:a16="http://schemas.microsoft.com/office/drawing/2014/main" id="{A857BB9D-F267-4609-8E67-0CC11EE27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3600450"/>
            <a:ext cx="3381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统一chat与MCP分别设置并发、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超时及资源预算。两条执行路径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仍共享toolService这一依赖。</a:t>
            </a:r>
          </a:p>
        </p:txBody>
      </p:sp>
      <p:sp>
        <p:nvSpPr>
          <p:cNvPr id="299" name="text-298">
            <a:extLst xmlns:a="http://schemas.openxmlformats.org/drawingml/2006/main">
              <a:ext uri="{FF2B5EF4-FFF2-40B4-BE49-F238E27FC236}">
                <a16:creationId xmlns:a16="http://schemas.microsoft.com/office/drawing/2014/main" id="{24469D57-2E5E-4483-8668-4622E8EF7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4005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03  核心请求不查管理面</a:t>
            </a:r>
          </a:p>
        </p:txBody>
      </p:sp>
      <p:sp>
        <p:nvSpPr>
          <p:cNvPr id="300" name="text-299">
            <a:extLst xmlns:a="http://schemas.openxmlformats.org/drawingml/2006/main">
              <a:ext uri="{FF2B5EF4-FFF2-40B4-BE49-F238E27FC236}">
                <a16:creationId xmlns:a16="http://schemas.microsoft.com/office/drawing/2014/main" id="{118E4B03-CABD-4001-8BCA-27721F80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4743450"/>
            <a:ext cx="3381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adminService发布版本化配置。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Chat/tool使用有效快照。关键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权限未知或失效时不得默认放行。</a:t>
            </a:r>
          </a:p>
        </p:txBody>
      </p:sp>
      <p:sp>
        <p:nvSpPr>
          <p:cNvPr id="301" name="text-300">
            <a:extLst xmlns:a="http://schemas.openxmlformats.org/drawingml/2006/main">
              <a:ext uri="{FF2B5EF4-FFF2-40B4-BE49-F238E27FC236}">
                <a16:creationId xmlns:a16="http://schemas.microsoft.com/office/drawing/2014/main" id="{E47B311F-6363-4302-B94A-E57382C2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5435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04  独立部署，约束共享资源</a:t>
            </a:r>
          </a:p>
        </p:txBody>
      </p:sp>
      <p:sp>
        <p:nvSpPr>
          <p:cNvPr id="302" name="text-301">
            <a:extLst xmlns:a="http://schemas.openxmlformats.org/drawingml/2006/main">
              <a:ext uri="{FF2B5EF4-FFF2-40B4-BE49-F238E27FC236}">
                <a16:creationId xmlns:a16="http://schemas.microsoft.com/office/drawing/2014/main" id="{DA00437C-5146-4012-9E08-E43C002A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886450"/>
            <a:ext cx="3381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分别配置ADS实例及资源上限，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独立连接预算、线程池与限流。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共享DB/Redis仍是共同故障域。</a:t>
            </a:r>
          </a:p>
        </p:txBody>
      </p:sp>
      <p:sp>
        <p:nvSpPr>
          <p:cNvPr id="303" name="text-302">
            <a:extLst xmlns:a="http://schemas.openxmlformats.org/drawingml/2006/main">
              <a:ext uri="{FF2B5EF4-FFF2-40B4-BE49-F238E27FC236}">
                <a16:creationId xmlns:a16="http://schemas.microsoft.com/office/drawing/2014/main" id="{5E4B98FB-83D4-4D47-9F5D-0ED477C82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686550"/>
            <a:ext cx="33813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725" b="1">
                <a:solidFill>
                  <a:srgbClr val="2166B0"/>
                </a:solidFill>
                <a:latin typeface="Hiragino Sans GB"/>
                <a:ea typeface="Hiragino Sans GB"/>
                <a:cs typeface="Hiragino Sans GB"/>
              </a:rPr>
              <a:t>05  按故障隔离效果验收</a:t>
            </a:r>
          </a:p>
        </p:txBody>
      </p:sp>
      <p:sp>
        <p:nvSpPr>
          <p:cNvPr id="304" name="text-303">
            <a:extLst xmlns:a="http://schemas.openxmlformats.org/drawingml/2006/main">
              <a:ext uri="{FF2B5EF4-FFF2-40B4-BE49-F238E27FC236}">
                <a16:creationId xmlns:a16="http://schemas.microsoft.com/office/drawing/2014/main" id="{643838DC-201C-4CB7-9704-E64999D0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029450"/>
            <a:ext cx="33813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查询或管理过载时，在有效策略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范围内保持聊天与Stop能力。</a:t>
            </a:r>
          </a:p>
          <a:p xmlns:a="http://schemas.openxmlformats.org/drawingml/2006/main">
            <a:pPr algn="l">
              <a:def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575" b="0">
                <a:solidFill>
                  <a:srgbClr val="2D4663"/>
                </a:solidFill>
                <a:latin typeface="Hiragino Sans GB"/>
                <a:ea typeface="Hiragino Sans GB"/>
                <a:cs typeface="Hiragino Sans GB"/>
              </a:rPr>
              <a:t>配置撤销、发布及回滚单独验证。</a:t>
            </a:r>
          </a:p>
        </p:txBody>
      </p:sp>
      <p:sp>
        <p:nvSpPr>
          <p:cNvPr id="305" name="text-304">
            <a:extLst xmlns:a="http://schemas.openxmlformats.org/drawingml/2006/main">
              <a:ext uri="{FF2B5EF4-FFF2-40B4-BE49-F238E27FC236}">
                <a16:creationId xmlns:a16="http://schemas.microsoft.com/office/drawing/2014/main" id="{32FD0A2C-5CFC-4E73-9CF2-3A474223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8324850"/>
            <a:ext cx="1419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defRPr>
            </a:pPr>
            <a:r>
              <a:rPr sz="1275" b="0">
                <a:solidFill>
                  <a:srgbClr val="647D99"/>
                </a:solidFill>
                <a:latin typeface="Hiragino Sans GB"/>
                <a:ea typeface="Hiragino Sans GB"/>
                <a:cs typeface="Hiragino Sans GB"/>
              </a:rPr>
              <a:t>业务调用简图，省略ALB / saas gateway及intentService。目标设计待实施，现有入口与FULL / no-store留存边界不变。</a:t>
            </a:r>
          </a:p>
        </p:txBody>
      </p:sp>
    </p:spTree>
    <p:extLst>
      <p:ext uri="{BB962C8B-B14F-4D97-AF65-F5344CB8AC3E}">
        <p14:creationId xmlns:p14="http://schemas.microsoft.com/office/powerpoint/2010/main" val="1825487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2026-09-27T14:07:12.7460000Z</dcterms:created>
  <dcterms:modified xsi:type="dcterms:W3CDTF">2026-09-27T14:07:12.7460000Z</dcterms:modified>
</coreProperties>
</file>