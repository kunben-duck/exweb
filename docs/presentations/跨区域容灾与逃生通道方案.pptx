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6ed308605145d7" /><Relationship Type="http://schemas.openxmlformats.org/officeDocument/2006/relationships/extended-properties" Target="/docProps/app.xml" Id="Ra7f35e0f62d14a26" /><Relationship Type="http://schemas.openxmlformats.org/officeDocument/2006/relationships/officeDocument" Target="/ppt/presentation.xml" Id="R58bb146a6c2a44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75abf74db24882"/>
  </p:sldMasterIdLst>
  <p:notesMasterIdLst>
    <p:notesMasterId xmlns:r="http://schemas.openxmlformats.org/officeDocument/2006/relationships" r:id="R8e04a81907eb4b31"/>
  </p:notesMasterIdLst>
  <p:sldIdLst>
    <p:sldId xmlns:r="http://schemas.openxmlformats.org/officeDocument/2006/relationships" id="256" r:id="Re83a361af0c14a2e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a420022d5e4990" /><Relationship Type="http://schemas.openxmlformats.org/officeDocument/2006/relationships/slideMaster" Target="/ppt/slideMasters/slideMaster1.xml" Id="R1f75abf74db24882" /><Relationship Type="http://schemas.openxmlformats.org/officeDocument/2006/relationships/notesMaster" Target="/ppt/notesMasters/notesMaster1.xml" Id="R8e04a81907eb4b31" /><Relationship Type="http://schemas.openxmlformats.org/officeDocument/2006/relationships/presProps" Target="/ppt/presProps.xml" Id="R21503a7a147e486d" /><Relationship Type="http://schemas.openxmlformats.org/officeDocument/2006/relationships/tableStyles" Target="/ppt/tableStyles.xml" Id="R6625594e01314710" /><Relationship Type="http://schemas.openxmlformats.org/officeDocument/2006/relationships/slide" Target="/ppt/slides/slide1.xml" Id="Re83a361af0c14a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4474b7a1314b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cfc51519714ecb" /><Relationship Type="http://schemas.openxmlformats.org/officeDocument/2006/relationships/notesMaster" Target="/ppt/notesMasters/notesMaster1.xml" Id="R69572f1fea9747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本页是用户需求驱动的目标部署方案，不表示部署已完成。</a:t>
            </a:r>
          </a:p>
          <a:p xmlns:a="http://schemas.openxmlformats.org/drawingml/2006/main">
            <a:r>
              <a:t>确认需求：KWE和UCB各部署完整服务，数据库与Redis区域独立。KWE数据库一主两备，UCB容灾数据库单实例。KWE另部署只含ChatService与toolService的逃生集群，使用KWE intentService与MaaS。</a:t>
            </a:r>
          </a:p>
          <a:p xmlns:a="http://schemas.openxmlformats.org/drawingml/2006/main">
            <a:r>
              <a:t>业务接口链：前端、ALB、saas gateway、ChatService、toolService、DomainAgent。前端非关键查询经入口调用agentService。adminService是独立管理后台。ADS relayService与LF Relay沙箱通过MCP调用toolService。ChatService请求调度器创建沙箱，然后直接调用LF Relay。</a:t>
            </a:r>
          </a:p>
          <a:p xmlns:a="http://schemas.openxmlformats.org/drawingml/2006/main">
            <a:r>
              <a:t>待用户确认：逃生集群DB与Redis归属；UCB接管后的intentService和MaaS是否仍依赖KWE。另需联合确认LF区域部署、下游可达性、数据库复制与提升方式、数据恢复点、全局入口切换方式和逃生名单匹配机制。</a:t>
            </a:r>
          </a:p>
          <a:p xmlns:a="http://schemas.openxmlformats.org/drawingml/2006/main">
            <a:r>
              <a:t>接管门槛：隔离旧区域写入及外部执行，覆盖KWE主集群、逃生集群、ADS Relay和LF沙箱。确认数据恢复点和目标依赖后提升数据库并激活UCB，再验证关键业务，受控切换入口。Redis跨区独立，缓存重建，锁与租约不得复制作为新区域执行权限。</a:t>
            </a:r>
          </a:p>
          <a:p xmlns:a="http://schemas.openxmlformats.org/drawingml/2006/main">
            <a:r>
              <a:t>现有长连接需要重新建立，中断任务不承诺自动无损迁移，未知执行结果先核对不自动重跑。UCB为单实例数据库，不具备与KWE一主两备相同的区内冗余。逃生只隔离应用资源，共用的KWE依赖故障仍需区域容灾或单独治理。</a:t>
            </a:r>
          </a:p>
          <a:p xmlns:a="http://schemas.openxmlformats.org/drawingml/2006/main">
            <a:r>
              <a:t>所有切换开关、名单、预留容量与配置本地可用性是设计要求，需要实施和演练证据。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75a312e3d240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13bbddb55e4705" /><Relationship Type="http://schemas.openxmlformats.org/officeDocument/2006/relationships/slideLayout" Target="/ppt/slideLayouts/slideLayout1.xml" Id="Rb46cd195e8414f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6cd195e8414f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78bf6a7a2470b" /><Relationship Type="http://schemas.openxmlformats.org/officeDocument/2006/relationships/notesSlide" Target="/ppt/notesSlides/notesSlide1.xml" Id="R284a6d30fef94e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4" name="text-0">
            <a:extLst xmlns:a="http://schemas.openxmlformats.org/drawingml/2006/main">
              <a:ext uri="{FF2B5EF4-FFF2-40B4-BE49-F238E27FC236}">
                <a16:creationId xmlns:a16="http://schemas.microsoft.com/office/drawing/2014/main" id="{2FCD7DA5-E45D-4C3B-B056-92AB8DB4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8125"/>
            <a:ext cx="14239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跨区域容灾部署与高可用逃生通道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F84168A-3357-4AE1-8887-975DA7FB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866775"/>
            <a:ext cx="1419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KWE主用，UCB承担区域接管；KWE独立逃生集群保障VIP与关键Agent作业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69341F4C-C75E-4B0C-BE8F-A00D3FF2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23975"/>
            <a:ext cx="1428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9CEE5"/>
            </a:solidFill>
            <a:prstDash val="solid"/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75F5D35-777F-4E5E-83D4-8785C6D7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业务调用关系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7152A26-8ECC-4466-A996-2625CF7C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466850"/>
            <a:ext cx="632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rPr>
              <a:t>两区完整服务调用一致</a:t>
            </a:r>
          </a:p>
        </p:txBody>
      </p:sp>
      <p:sp>
        <p:nvSpPr>
          <p:cNvPr id="6" name="line-5">
            <a:extLst xmlns:a="http://schemas.openxmlformats.org/drawingml/2006/main">
              <a:ext uri="{FF2B5EF4-FFF2-40B4-BE49-F238E27FC236}">
                <a16:creationId xmlns:a16="http://schemas.microsoft.com/office/drawing/2014/main" id="{3B5F7B76-6170-45DB-8817-E405A3CB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1466850"/>
            <a:ext cx="0" cy="6600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9CEE5"/>
            </a:solidFill>
            <a:prstDash val="solid"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F656970-4C1F-4F00-81F2-578F0019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1438275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两类保障与切换条件</a:t>
            </a:r>
          </a:p>
        </p:txBody>
      </p:sp>
      <p:sp>
        <p:nvSpPr>
          <p:cNvPr id="8" name="glyph-roundRect-7">
            <a:extLst xmlns:a="http://schemas.openxmlformats.org/drawingml/2006/main">
              <a:ext uri="{FF2B5EF4-FFF2-40B4-BE49-F238E27FC236}">
                <a16:creationId xmlns:a16="http://schemas.microsoft.com/office/drawing/2014/main" id="{F613A426-68F7-4799-A266-73EDF2C0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28825"/>
            <a:ext cx="581025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63A63"/>
            </a:solidFill>
          </a:ln>
        </p:spPr>
      </p:sp>
      <p:sp>
        <p:nvSpPr>
          <p:cNvPr id="9" name="line-8">
            <a:extLst xmlns:a="http://schemas.openxmlformats.org/drawingml/2006/main">
              <a:ext uri="{FF2B5EF4-FFF2-40B4-BE49-F238E27FC236}">
                <a16:creationId xmlns:a16="http://schemas.microsoft.com/office/drawing/2014/main" id="{06B07355-FC6C-4973-9DD4-175396FD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43125"/>
            <a:ext cx="581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63A63"/>
            </a:solidFill>
            <a:prstDash val="solid"/>
          </a:ln>
        </p:spPr>
      </p:sp>
      <p:sp>
        <p:nvSpPr>
          <p:cNvPr id="10" name="glyph-ellipse-9">
            <a:extLst xmlns:a="http://schemas.openxmlformats.org/drawingml/2006/main">
              <a:ext uri="{FF2B5EF4-FFF2-40B4-BE49-F238E27FC236}">
                <a16:creationId xmlns:a16="http://schemas.microsoft.com/office/drawing/2014/main" id="{BEE572BF-276D-4C61-8D08-75748FE1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764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1" name="glyph-ellipse-10">
            <a:extLst xmlns:a="http://schemas.openxmlformats.org/drawingml/2006/main">
              <a:ext uri="{FF2B5EF4-FFF2-40B4-BE49-F238E27FC236}">
                <a16:creationId xmlns:a16="http://schemas.microsoft.com/office/drawing/2014/main" id="{8FDA8A4B-D720-49BD-BFDB-FD2CDEA7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2" name="glyph-ellipse-11">
            <a:extLst xmlns:a="http://schemas.openxmlformats.org/drawingml/2006/main">
              <a:ext uri="{FF2B5EF4-FFF2-40B4-BE49-F238E27FC236}">
                <a16:creationId xmlns:a16="http://schemas.microsoft.com/office/drawing/2014/main" id="{F325FA32-5CC4-4472-8DE4-CEC4D5B4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07645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3" name="shape-12">
            <a:extLst xmlns:a="http://schemas.openxmlformats.org/drawingml/2006/main">
              <a:ext uri="{FF2B5EF4-FFF2-40B4-BE49-F238E27FC236}">
                <a16:creationId xmlns:a16="http://schemas.microsoft.com/office/drawing/2014/main" id="{1FE8397D-13AC-46D7-B146-9ED83721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431" y="22090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4" name="shape-13">
            <a:extLst xmlns:a="http://schemas.openxmlformats.org/drawingml/2006/main">
              <a:ext uri="{FF2B5EF4-FFF2-40B4-BE49-F238E27FC236}">
                <a16:creationId xmlns:a16="http://schemas.microsoft.com/office/drawing/2014/main" id="{03336114-391B-4FE3-8051-4B238DB8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708" y="227457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308" name=""/>
          <p:cNvCxnSpPr>
            <a:stCxn xmlns:a="http://schemas.openxmlformats.org/drawingml/2006/main" id="13" idx="1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718471" y="2213801"/>
            <a:ext cx="64960" cy="60769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16" name="line-15">
            <a:extLst xmlns:a="http://schemas.openxmlformats.org/drawingml/2006/main">
              <a:ext uri="{FF2B5EF4-FFF2-40B4-BE49-F238E27FC236}">
                <a16:creationId xmlns:a16="http://schemas.microsoft.com/office/drawing/2014/main" id="{0CB1C7B0-41DD-4867-B245-4A6F153E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708" y="2274570"/>
            <a:ext cx="69723" cy="696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166B0"/>
            </a:solidFill>
            <a:prstDash val="solid"/>
          </a:ln>
        </p:spPr>
      </p:sp>
      <p:sp>
        <p:nvSpPr>
          <p:cNvPr id="17" name="line-16">
            <a:extLst xmlns:a="http://schemas.openxmlformats.org/drawingml/2006/main">
              <a:ext uri="{FF2B5EF4-FFF2-40B4-BE49-F238E27FC236}">
                <a16:creationId xmlns:a16="http://schemas.microsoft.com/office/drawing/2014/main" id="{88C9466F-96ED-44F7-9B54-28183B56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134" y="2209038"/>
            <a:ext cx="75533" cy="655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166B0"/>
            </a:solidFill>
            <a:prstDash val="solid"/>
          </a:ln>
        </p:spPr>
      </p:sp>
      <p:sp>
        <p:nvSpPr>
          <p:cNvPr id="18" name="shape-17">
            <a:extLst xmlns:a="http://schemas.openxmlformats.org/drawingml/2006/main">
              <a:ext uri="{FF2B5EF4-FFF2-40B4-BE49-F238E27FC236}">
                <a16:creationId xmlns:a16="http://schemas.microsoft.com/office/drawing/2014/main" id="{8FEA0E14-B942-4721-9EF0-4465A6EE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667" y="227457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9" name="shape-18">
            <a:extLst xmlns:a="http://schemas.openxmlformats.org/drawingml/2006/main">
              <a:ext uri="{FF2B5EF4-FFF2-40B4-BE49-F238E27FC236}">
                <a16:creationId xmlns:a16="http://schemas.microsoft.com/office/drawing/2014/main" id="{B5FA9908-12E9-4548-9CFA-65A816B1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134" y="234419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313" name=""/>
          <p:cNvCxnSpPr>
            <a:stCxn xmlns:a="http://schemas.openxmlformats.org/drawingml/2006/main" id="18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1077659" y="2279333"/>
            <a:ext cx="66008" cy="69628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21" name="shape-20">
            <a:extLst xmlns:a="http://schemas.openxmlformats.org/drawingml/2006/main">
              <a:ext uri="{FF2B5EF4-FFF2-40B4-BE49-F238E27FC236}">
                <a16:creationId xmlns:a16="http://schemas.microsoft.com/office/drawing/2014/main" id="{AD059F38-C5FF-4695-859B-3F7504C5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70" y="219265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22" name="shape-21">
            <a:extLst xmlns:a="http://schemas.openxmlformats.org/drawingml/2006/main">
              <a:ext uri="{FF2B5EF4-FFF2-40B4-BE49-F238E27FC236}">
                <a16:creationId xmlns:a16="http://schemas.microsoft.com/office/drawing/2014/main" id="{774062EA-4510-4728-9F0F-4F2254B6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016" y="235648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316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 flipH="1">
            <a:off x="892779" y="2202180"/>
            <a:ext cx="87154" cy="15430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7B4C4535-E289-4C1B-910B-11EC6641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05075"/>
            <a:ext cx="828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前端</a:t>
            </a:r>
          </a:p>
        </p:txBody>
      </p:sp>
      <p:sp>
        <p:nvSpPr>
          <p:cNvPr id="25" name="glyph-hexagon-24">
            <a:extLst xmlns:a="http://schemas.openxmlformats.org/drawingml/2006/main">
              <a:ext uri="{FF2B5EF4-FFF2-40B4-BE49-F238E27FC236}">
                <a16:creationId xmlns:a16="http://schemas.microsoft.com/office/drawing/2014/main" id="{6C8FC1F1-0624-4D3A-9497-B721D399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28825"/>
            <a:ext cx="581025" cy="4095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EAF3FD"/>
          </a:solidFill>
          <a:ln xmlns:a="http://schemas.openxmlformats.org/drawingml/2006/main" w="15240">
            <a:solidFill>
              <a:srgbClr val="2166B0"/>
            </a:solidFill>
          </a:ln>
        </p:spPr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DCA2D55E-8A82-418B-A66E-A7AC8D59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1050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ALB</a:t>
            </a:r>
          </a:p>
        </p:txBody>
      </p:sp>
      <p:sp>
        <p:nvSpPr>
          <p:cNvPr id="27" name="glyph-roundRect-26">
            <a:extLst xmlns:a="http://schemas.openxmlformats.org/drawingml/2006/main">
              <a:ext uri="{FF2B5EF4-FFF2-40B4-BE49-F238E27FC236}">
                <a16:creationId xmlns:a16="http://schemas.microsoft.com/office/drawing/2014/main" id="{EF2853A4-1574-4CAA-BB9B-BD369CDB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00250"/>
            <a:ext cx="523875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3F7FD"/>
          </a:solidFill>
          <a:ln xmlns:a="http://schemas.openxmlformats.org/drawingml/2006/main" w="15240">
            <a:solidFill>
              <a:srgbClr val="163A63"/>
            </a:solidFill>
          </a:ln>
        </p:spPr>
      </p:sp>
      <p:sp>
        <p:nvSpPr>
          <p:cNvPr id="28" name="line-27">
            <a:extLst xmlns:a="http://schemas.openxmlformats.org/drawingml/2006/main">
              <a:ext uri="{FF2B5EF4-FFF2-40B4-BE49-F238E27FC236}">
                <a16:creationId xmlns:a16="http://schemas.microsoft.com/office/drawing/2014/main" id="{6D02612F-50C6-4E02-957E-5E1A6826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955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3A63"/>
            </a:solidFill>
            <a:prstDash val="solid"/>
          </a:ln>
        </p:spPr>
      </p:sp>
      <p:sp>
        <p:nvSpPr>
          <p:cNvPr id="29" name="line-28">
            <a:extLst xmlns:a="http://schemas.openxmlformats.org/drawingml/2006/main">
              <a:ext uri="{FF2B5EF4-FFF2-40B4-BE49-F238E27FC236}">
                <a16:creationId xmlns:a16="http://schemas.microsoft.com/office/drawing/2014/main" id="{1DF00ED8-8D51-49AD-8032-882BD264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955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3A63"/>
            </a:solidFill>
            <a:prstDash val="solid"/>
          </a:ln>
        </p:spPr>
      </p:sp>
      <p:sp>
        <p:nvSpPr>
          <p:cNvPr id="30" name="line-29">
            <a:extLst xmlns:a="http://schemas.openxmlformats.org/drawingml/2006/main">
              <a:ext uri="{FF2B5EF4-FFF2-40B4-BE49-F238E27FC236}">
                <a16:creationId xmlns:a16="http://schemas.microsoft.com/office/drawing/2014/main" id="{250271FB-1DE7-4102-A95B-9239C566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955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3A63"/>
            </a:solidFill>
            <a:prstDash val="solid"/>
          </a:ln>
        </p:spPr>
      </p:sp>
      <p:sp>
        <p:nvSpPr>
          <p:cNvPr id="31" name="shape-30">
            <a:extLst xmlns:a="http://schemas.openxmlformats.org/drawingml/2006/main">
              <a:ext uri="{FF2B5EF4-FFF2-40B4-BE49-F238E27FC236}">
                <a16:creationId xmlns:a16="http://schemas.microsoft.com/office/drawing/2014/main" id="{9C0A9B42-01BB-4F8A-86D8-891CEBC4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574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32" name="shape-31">
            <a:extLst xmlns:a="http://schemas.openxmlformats.org/drawingml/2006/main">
              <a:ext uri="{FF2B5EF4-FFF2-40B4-BE49-F238E27FC236}">
                <a16:creationId xmlns:a16="http://schemas.microsoft.com/office/drawing/2014/main" id="{0C7DB5F6-2FCD-4540-A52A-54F4EFA4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574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326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3057525" y="2262188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BA88D8E2-4AFE-4541-BD5E-C955CC5F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52412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saas gateway</a:t>
            </a:r>
          </a:p>
        </p:txBody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8E75E99E-C958-4F4E-B457-89DEF643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rPr>
              <a:t>SaaS统一网关</a:t>
            </a:r>
          </a:p>
        </p:txBody>
      </p:sp>
      <p:sp>
        <p:nvSpPr>
          <p:cNvPr id="36" name="glyph-roundRect-35">
            <a:extLst xmlns:a="http://schemas.openxmlformats.org/drawingml/2006/main">
              <a:ext uri="{FF2B5EF4-FFF2-40B4-BE49-F238E27FC236}">
                <a16:creationId xmlns:a16="http://schemas.microsoft.com/office/drawing/2014/main" id="{30D8ABD9-6648-45B7-AA27-47C45119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009775"/>
            <a:ext cx="409575" cy="4476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3F7FD"/>
          </a:solidFill>
          <a:ln xmlns:a="http://schemas.openxmlformats.org/drawingml/2006/main" w="15240">
            <a:solidFill>
              <a:srgbClr val="163A63"/>
            </a:solidFill>
          </a:ln>
        </p:spPr>
      </p:sp>
      <p:sp>
        <p:nvSpPr>
          <p:cNvPr id="37" name="glyph-rect-36">
            <a:extLst xmlns:a="http://schemas.openxmlformats.org/drawingml/2006/main">
              <a:ext uri="{FF2B5EF4-FFF2-40B4-BE49-F238E27FC236}">
                <a16:creationId xmlns:a16="http://schemas.microsoft.com/office/drawing/2014/main" id="{B2E35ADB-7DF2-47B8-92F9-4A9184FB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4974" y="2072450"/>
            <a:ext cx="311277" cy="716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38" name="glyph-ellipse-37">
            <a:extLst xmlns:a="http://schemas.openxmlformats.org/drawingml/2006/main">
              <a:ext uri="{FF2B5EF4-FFF2-40B4-BE49-F238E27FC236}">
                <a16:creationId xmlns:a16="http://schemas.microsoft.com/office/drawing/2014/main" id="{CC671397-4E25-47FA-A7BB-03B523A4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7740" y="2094833"/>
            <a:ext cx="22527" cy="225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39" name="line-38">
            <a:extLst xmlns:a="http://schemas.openxmlformats.org/drawingml/2006/main">
              <a:ext uri="{FF2B5EF4-FFF2-40B4-BE49-F238E27FC236}">
                <a16:creationId xmlns:a16="http://schemas.microsoft.com/office/drawing/2014/main" id="{98EC16B5-0B04-409F-ACDF-B1EBEAFA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1942" y="2108264"/>
            <a:ext cx="135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40" name="glyph-rect-39">
            <a:extLst xmlns:a="http://schemas.openxmlformats.org/drawingml/2006/main">
              <a:ext uri="{FF2B5EF4-FFF2-40B4-BE49-F238E27FC236}">
                <a16:creationId xmlns:a16="http://schemas.microsoft.com/office/drawing/2014/main" id="{19C6600F-C013-4F9F-90EA-7A911F6F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4974" y="2184368"/>
            <a:ext cx="311277" cy="716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41" name="glyph-ellipse-40">
            <a:extLst xmlns:a="http://schemas.openxmlformats.org/drawingml/2006/main">
              <a:ext uri="{FF2B5EF4-FFF2-40B4-BE49-F238E27FC236}">
                <a16:creationId xmlns:a16="http://schemas.microsoft.com/office/drawing/2014/main" id="{AD6D2689-BDB5-4688-8E06-D331376F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7740" y="2206752"/>
            <a:ext cx="22527" cy="225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42" name="line-41">
            <a:extLst xmlns:a="http://schemas.openxmlformats.org/drawingml/2006/main">
              <a:ext uri="{FF2B5EF4-FFF2-40B4-BE49-F238E27FC236}">
                <a16:creationId xmlns:a16="http://schemas.microsoft.com/office/drawing/2014/main" id="{13CC05E4-C075-4485-8B66-7F3CA68A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1942" y="2220182"/>
            <a:ext cx="135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43" name="glyph-rect-42">
            <a:extLst xmlns:a="http://schemas.openxmlformats.org/drawingml/2006/main">
              <a:ext uri="{FF2B5EF4-FFF2-40B4-BE49-F238E27FC236}">
                <a16:creationId xmlns:a16="http://schemas.microsoft.com/office/drawing/2014/main" id="{E2AEE0EE-C567-48E5-878F-203E7B33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4974" y="2296287"/>
            <a:ext cx="311277" cy="716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44" name="glyph-ellipse-43">
            <a:extLst xmlns:a="http://schemas.openxmlformats.org/drawingml/2006/main">
              <a:ext uri="{FF2B5EF4-FFF2-40B4-BE49-F238E27FC236}">
                <a16:creationId xmlns:a16="http://schemas.microsoft.com/office/drawing/2014/main" id="{A421F14E-240A-41C2-A650-C0DEC224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7740" y="2318671"/>
            <a:ext cx="22527" cy="225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45" name="line-44">
            <a:extLst xmlns:a="http://schemas.openxmlformats.org/drawingml/2006/main">
              <a:ext uri="{FF2B5EF4-FFF2-40B4-BE49-F238E27FC236}">
                <a16:creationId xmlns:a16="http://schemas.microsoft.com/office/drawing/2014/main" id="{FDEE35EB-C587-41DE-B5E8-85F38FD1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1942" y="2332101"/>
            <a:ext cx="135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46" name="text-45">
            <a:extLst xmlns:a="http://schemas.openxmlformats.org/drawingml/2006/main">
              <a:ext uri="{FF2B5EF4-FFF2-40B4-BE49-F238E27FC236}">
                <a16:creationId xmlns:a16="http://schemas.microsoft.com/office/drawing/2014/main" id="{6E6B17FF-BEA3-4F25-84B3-3EA38E25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714500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ChatService</a:t>
            </a:r>
          </a:p>
        </p:txBody>
      </p:sp>
      <p:sp>
        <p:nvSpPr>
          <p:cNvPr id="47" name="glyph-roundRect-46">
            <a:extLst xmlns:a="http://schemas.openxmlformats.org/drawingml/2006/main">
              <a:ext uri="{FF2B5EF4-FFF2-40B4-BE49-F238E27FC236}">
                <a16:creationId xmlns:a16="http://schemas.microsoft.com/office/drawing/2014/main" id="{1222185D-0BF3-4CE6-9FD7-717F15A8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09775"/>
            <a:ext cx="409575" cy="4476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3F7FD"/>
          </a:solidFill>
          <a:ln xmlns:a="http://schemas.openxmlformats.org/drawingml/2006/main" w="15240">
            <a:solidFill>
              <a:srgbClr val="163A63"/>
            </a:solidFill>
          </a:ln>
        </p:spPr>
      </p:sp>
      <p:sp>
        <p:nvSpPr>
          <p:cNvPr id="48" name="glyph-rect-47">
            <a:extLst xmlns:a="http://schemas.openxmlformats.org/drawingml/2006/main">
              <a:ext uri="{FF2B5EF4-FFF2-40B4-BE49-F238E27FC236}">
                <a16:creationId xmlns:a16="http://schemas.microsoft.com/office/drawing/2014/main" id="{8A489F28-E16B-4C28-9296-D85FCE7B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249" y="2072450"/>
            <a:ext cx="311277" cy="716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49" name="glyph-ellipse-48">
            <a:extLst xmlns:a="http://schemas.openxmlformats.org/drawingml/2006/main">
              <a:ext uri="{FF2B5EF4-FFF2-40B4-BE49-F238E27FC236}">
                <a16:creationId xmlns:a16="http://schemas.microsoft.com/office/drawing/2014/main" id="{C26DC548-F989-4EE6-AC6B-0B6CA9CA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015" y="2094833"/>
            <a:ext cx="22527" cy="225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50" name="line-49">
            <a:extLst xmlns:a="http://schemas.openxmlformats.org/drawingml/2006/main">
              <a:ext uri="{FF2B5EF4-FFF2-40B4-BE49-F238E27FC236}">
                <a16:creationId xmlns:a16="http://schemas.microsoft.com/office/drawing/2014/main" id="{9C2E1A73-A8C7-42A8-B871-58344814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3217" y="2108264"/>
            <a:ext cx="135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51" name="glyph-rect-50">
            <a:extLst xmlns:a="http://schemas.openxmlformats.org/drawingml/2006/main">
              <a:ext uri="{FF2B5EF4-FFF2-40B4-BE49-F238E27FC236}">
                <a16:creationId xmlns:a16="http://schemas.microsoft.com/office/drawing/2014/main" id="{1A161487-A1BD-4FB1-9126-7457FD81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249" y="2184368"/>
            <a:ext cx="311277" cy="716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52" name="glyph-ellipse-51">
            <a:extLst xmlns:a="http://schemas.openxmlformats.org/drawingml/2006/main">
              <a:ext uri="{FF2B5EF4-FFF2-40B4-BE49-F238E27FC236}">
                <a16:creationId xmlns:a16="http://schemas.microsoft.com/office/drawing/2014/main" id="{466484FF-B71B-4130-8715-9771386B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015" y="2206752"/>
            <a:ext cx="22527" cy="225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53" name="line-52">
            <a:extLst xmlns:a="http://schemas.openxmlformats.org/drawingml/2006/main">
              <a:ext uri="{FF2B5EF4-FFF2-40B4-BE49-F238E27FC236}">
                <a16:creationId xmlns:a16="http://schemas.microsoft.com/office/drawing/2014/main" id="{3BAB1943-FCD6-464B-BF7E-E31B8992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3217" y="2220182"/>
            <a:ext cx="135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54" name="glyph-rect-53">
            <a:extLst xmlns:a="http://schemas.openxmlformats.org/drawingml/2006/main">
              <a:ext uri="{FF2B5EF4-FFF2-40B4-BE49-F238E27FC236}">
                <a16:creationId xmlns:a16="http://schemas.microsoft.com/office/drawing/2014/main" id="{B2354A9D-42EF-4361-A1F8-F29FFBAF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249" y="2296287"/>
            <a:ext cx="311277" cy="716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55" name="glyph-ellipse-54">
            <a:extLst xmlns:a="http://schemas.openxmlformats.org/drawingml/2006/main">
              <a:ext uri="{FF2B5EF4-FFF2-40B4-BE49-F238E27FC236}">
                <a16:creationId xmlns:a16="http://schemas.microsoft.com/office/drawing/2014/main" id="{214DB12A-0BAA-48DC-B2FA-F2971219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015" y="2318671"/>
            <a:ext cx="22527" cy="225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56" name="line-55">
            <a:extLst xmlns:a="http://schemas.openxmlformats.org/drawingml/2006/main">
              <a:ext uri="{FF2B5EF4-FFF2-40B4-BE49-F238E27FC236}">
                <a16:creationId xmlns:a16="http://schemas.microsoft.com/office/drawing/2014/main" id="{B176BFA5-EE08-4BBD-9099-F9078D05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3217" y="2332101"/>
            <a:ext cx="135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57" name="text-56">
            <a:extLst xmlns:a="http://schemas.openxmlformats.org/drawingml/2006/main">
              <a:ext uri="{FF2B5EF4-FFF2-40B4-BE49-F238E27FC236}">
                <a16:creationId xmlns:a16="http://schemas.microsoft.com/office/drawing/2014/main" id="{898337D1-4013-48DE-A6B2-CC1B5396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714500"/>
            <a:ext cx="1466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toolService</a:t>
            </a:r>
          </a:p>
        </p:txBody>
      </p:sp>
      <p:sp>
        <p:nvSpPr>
          <p:cNvPr id="58" name="glyph-cloud-57">
            <a:extLst xmlns:a="http://schemas.openxmlformats.org/drawingml/2006/main">
              <a:ext uri="{FF2B5EF4-FFF2-40B4-BE49-F238E27FC236}">
                <a16:creationId xmlns:a16="http://schemas.microsoft.com/office/drawing/2014/main" id="{03A6634D-BEDE-415C-A5A8-63E5FC97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981200"/>
            <a:ext cx="1038225" cy="552450"/>
          </a:xfrm>
          <a:prstGeom xmlns:a="http://schemas.openxmlformats.org/drawingml/2006/main" prst="cloud">
            <a:avLst/>
          </a:prstGeom>
          <a:solidFill xmlns:a="http://schemas.openxmlformats.org/drawingml/2006/main">
            <a:srgbClr val="EEF4FC"/>
          </a:solidFill>
          <a:ln xmlns:a="http://schemas.openxmlformats.org/drawingml/2006/main" w="16193">
            <a:solidFill>
              <a:srgbClr val="416FA8"/>
            </a:solidFill>
          </a:ln>
        </p:spPr>
      </p:sp>
      <p:sp>
        <p:nvSpPr>
          <p:cNvPr id="59" name="text-58">
            <a:extLst xmlns:a="http://schemas.openxmlformats.org/drawingml/2006/main">
              <a:ext uri="{FF2B5EF4-FFF2-40B4-BE49-F238E27FC236}">
                <a16:creationId xmlns:a16="http://schemas.microsoft.com/office/drawing/2014/main" id="{B88D919D-5F0D-41DA-8095-2C715C01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1431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API</a:t>
            </a:r>
          </a:p>
        </p:txBody>
      </p:sp>
      <p:sp>
        <p:nvSpPr>
          <p:cNvPr id="60" name="text-59">
            <a:extLst xmlns:a="http://schemas.openxmlformats.org/drawingml/2006/main">
              <a:ext uri="{FF2B5EF4-FFF2-40B4-BE49-F238E27FC236}">
                <a16:creationId xmlns:a16="http://schemas.microsoft.com/office/drawing/2014/main" id="{B2ACC1D3-692A-4D30-B479-B2A1FADD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581275"/>
            <a:ext cx="16478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DomainAgent</a:t>
            </a:r>
          </a:p>
        </p:txBody>
      </p:sp>
      <p:sp>
        <p:nvSpPr>
          <p:cNvPr id="61" name="shape-60">
            <a:extLst xmlns:a="http://schemas.openxmlformats.org/drawingml/2006/main">
              <a:ext uri="{FF2B5EF4-FFF2-40B4-BE49-F238E27FC236}">
                <a16:creationId xmlns:a16="http://schemas.microsoft.com/office/drawing/2014/main" id="{5EEC618D-AEC5-4AFB-8FEF-D15E97CA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383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62" name="shape-61">
            <a:extLst xmlns:a="http://schemas.openxmlformats.org/drawingml/2006/main">
              <a:ext uri="{FF2B5EF4-FFF2-40B4-BE49-F238E27FC236}">
                <a16:creationId xmlns:a16="http://schemas.microsoft.com/office/drawing/2014/main" id="{434D5FDF-8879-4D7F-8A71-26206E22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383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356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1228725" y="2243138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64" name="shape-63">
            <a:extLst xmlns:a="http://schemas.openxmlformats.org/drawingml/2006/main">
              <a:ext uri="{FF2B5EF4-FFF2-40B4-BE49-F238E27FC236}">
                <a16:creationId xmlns:a16="http://schemas.microsoft.com/office/drawing/2014/main" id="{B2880E4A-331F-4FA5-B65E-0237A15E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2383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65" name="shape-64">
            <a:extLst xmlns:a="http://schemas.openxmlformats.org/drawingml/2006/main">
              <a:ext uri="{FF2B5EF4-FFF2-40B4-BE49-F238E27FC236}">
                <a16:creationId xmlns:a16="http://schemas.microsoft.com/office/drawing/2014/main" id="{1EEC924C-FE0A-4672-82B9-50A27647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383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359" name=""/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2343150" y="2243138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67" name="shape-66">
            <a:extLst xmlns:a="http://schemas.openxmlformats.org/drawingml/2006/main">
              <a:ext uri="{FF2B5EF4-FFF2-40B4-BE49-F238E27FC236}">
                <a16:creationId xmlns:a16="http://schemas.microsoft.com/office/drawing/2014/main" id="{AF25FFE7-1BA4-4D4D-A1D1-DBB8294B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383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68" name="shape-67">
            <a:extLst xmlns:a="http://schemas.openxmlformats.org/drawingml/2006/main">
              <a:ext uri="{FF2B5EF4-FFF2-40B4-BE49-F238E27FC236}">
                <a16:creationId xmlns:a16="http://schemas.microsoft.com/office/drawing/2014/main" id="{C2EDAD17-BB6E-4572-B578-A3707E9A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383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362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3533775" y="2243138"/>
            <a:ext cx="116205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70" name="shape-69">
            <a:extLst xmlns:a="http://schemas.openxmlformats.org/drawingml/2006/main">
              <a:ext uri="{FF2B5EF4-FFF2-40B4-BE49-F238E27FC236}">
                <a16:creationId xmlns:a16="http://schemas.microsoft.com/office/drawing/2014/main" id="{4957E47B-7243-46D9-BD77-C69E0219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383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71" name="shape-70">
            <a:extLst xmlns:a="http://schemas.openxmlformats.org/drawingml/2006/main">
              <a:ext uri="{FF2B5EF4-FFF2-40B4-BE49-F238E27FC236}">
                <a16:creationId xmlns:a16="http://schemas.microsoft.com/office/drawing/2014/main" id="{87DF2B89-F194-43F4-8735-5AE806A5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383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365" name=""/>
          <p:cNvCxnSpPr>
            <a:stCxn xmlns:a="http://schemas.openxmlformats.org/drawingml/2006/main" id="70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5114925" y="2243138"/>
            <a:ext cx="216217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73" name="text-72">
            <a:extLst xmlns:a="http://schemas.openxmlformats.org/drawingml/2006/main">
              <a:ext uri="{FF2B5EF4-FFF2-40B4-BE49-F238E27FC236}">
                <a16:creationId xmlns:a16="http://schemas.microsoft.com/office/drawing/2014/main" id="{E564EBF0-A9EF-48A6-BDB1-FC673EA4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52625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统一chat / skillId</a:t>
            </a:r>
          </a:p>
        </p:txBody>
      </p:sp>
      <p:sp>
        <p:nvSpPr>
          <p:cNvPr id="74" name="shape-73">
            <a:extLst xmlns:a="http://schemas.openxmlformats.org/drawingml/2006/main">
              <a:ext uri="{FF2B5EF4-FFF2-40B4-BE49-F238E27FC236}">
                <a16:creationId xmlns:a16="http://schemas.microsoft.com/office/drawing/2014/main" id="{3E224C38-85BC-48FD-B650-1107E723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2383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75" name="shape-74">
            <a:extLst xmlns:a="http://schemas.openxmlformats.org/drawingml/2006/main">
              <a:ext uri="{FF2B5EF4-FFF2-40B4-BE49-F238E27FC236}">
                <a16:creationId xmlns:a16="http://schemas.microsoft.com/office/drawing/2014/main" id="{A15F5A16-6227-4FD2-9DFA-94687573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383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369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7696200" y="2243138"/>
            <a:ext cx="222885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77" name="text-76">
            <a:extLst xmlns:a="http://schemas.openxmlformats.org/drawingml/2006/main">
              <a:ext uri="{FF2B5EF4-FFF2-40B4-BE49-F238E27FC236}">
                <a16:creationId xmlns:a16="http://schemas.microsoft.com/office/drawing/2014/main" id="{271E492A-9530-4BCC-A3E2-958BB8B4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下游Agent接口</a:t>
            </a:r>
          </a:p>
        </p:txBody>
      </p:sp>
      <p:sp>
        <p:nvSpPr>
          <p:cNvPr id="78" name="glyph-roundRect-77">
            <a:extLst xmlns:a="http://schemas.openxmlformats.org/drawingml/2006/main">
              <a:ext uri="{FF2B5EF4-FFF2-40B4-BE49-F238E27FC236}">
                <a16:creationId xmlns:a16="http://schemas.microsoft.com/office/drawing/2014/main" id="{39BAF6B5-5C0B-4C57-8A03-15FE00D7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248025"/>
            <a:ext cx="371475" cy="4095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3F7FD"/>
          </a:solidFill>
          <a:ln xmlns:a="http://schemas.openxmlformats.org/drawingml/2006/main" w="15240">
            <a:solidFill>
              <a:srgbClr val="163A63"/>
            </a:solidFill>
          </a:ln>
        </p:spPr>
      </p:sp>
      <p:sp>
        <p:nvSpPr>
          <p:cNvPr id="79" name="glyph-rect-78">
            <a:extLst xmlns:a="http://schemas.openxmlformats.org/drawingml/2006/main">
              <a:ext uri="{FF2B5EF4-FFF2-40B4-BE49-F238E27FC236}">
                <a16:creationId xmlns:a16="http://schemas.microsoft.com/office/drawing/2014/main" id="{0475113E-B19F-4271-8681-3DC4AA78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1152" y="3305366"/>
            <a:ext cx="282321" cy="655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80" name="glyph-ellipse-79">
            <a:extLst xmlns:a="http://schemas.openxmlformats.org/drawingml/2006/main">
              <a:ext uri="{FF2B5EF4-FFF2-40B4-BE49-F238E27FC236}">
                <a16:creationId xmlns:a16="http://schemas.microsoft.com/office/drawing/2014/main" id="{A15B70B7-5079-4947-A0A1-78AB2A8F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0870" y="3325844"/>
            <a:ext cx="20431" cy="20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81" name="line-80">
            <a:extLst xmlns:a="http://schemas.openxmlformats.org/drawingml/2006/main">
              <a:ext uri="{FF2B5EF4-FFF2-40B4-BE49-F238E27FC236}">
                <a16:creationId xmlns:a16="http://schemas.microsoft.com/office/drawing/2014/main" id="{415C5070-F46B-45DF-A393-7B1BD359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309" y="3338132"/>
            <a:ext cx="1225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82" name="glyph-rect-81">
            <a:extLst xmlns:a="http://schemas.openxmlformats.org/drawingml/2006/main">
              <a:ext uri="{FF2B5EF4-FFF2-40B4-BE49-F238E27FC236}">
                <a16:creationId xmlns:a16="http://schemas.microsoft.com/office/drawing/2014/main" id="{AE66BEFF-A632-4CC4-8564-1D3D987B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1152" y="3407759"/>
            <a:ext cx="282321" cy="655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83" name="glyph-ellipse-82">
            <a:extLst xmlns:a="http://schemas.openxmlformats.org/drawingml/2006/main">
              <a:ext uri="{FF2B5EF4-FFF2-40B4-BE49-F238E27FC236}">
                <a16:creationId xmlns:a16="http://schemas.microsoft.com/office/drawing/2014/main" id="{1B88A465-E298-4AAD-B078-764843A5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0870" y="3428238"/>
            <a:ext cx="20431" cy="20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84" name="line-83">
            <a:extLst xmlns:a="http://schemas.openxmlformats.org/drawingml/2006/main">
              <a:ext uri="{FF2B5EF4-FFF2-40B4-BE49-F238E27FC236}">
                <a16:creationId xmlns:a16="http://schemas.microsoft.com/office/drawing/2014/main" id="{ECB57144-4FEE-444A-850C-73AB521C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309" y="3440525"/>
            <a:ext cx="1225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85" name="glyph-rect-84">
            <a:extLst xmlns:a="http://schemas.openxmlformats.org/drawingml/2006/main">
              <a:ext uri="{FF2B5EF4-FFF2-40B4-BE49-F238E27FC236}">
                <a16:creationId xmlns:a16="http://schemas.microsoft.com/office/drawing/2014/main" id="{DADBE33E-EC04-4ED6-ADF1-3097D610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1152" y="3510153"/>
            <a:ext cx="282321" cy="655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86" name="glyph-ellipse-85">
            <a:extLst xmlns:a="http://schemas.openxmlformats.org/drawingml/2006/main">
              <a:ext uri="{FF2B5EF4-FFF2-40B4-BE49-F238E27FC236}">
                <a16:creationId xmlns:a16="http://schemas.microsoft.com/office/drawing/2014/main" id="{9962FACA-B887-4473-862E-57B62C2A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0870" y="3530632"/>
            <a:ext cx="20431" cy="20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87" name="line-86">
            <a:extLst xmlns:a="http://schemas.openxmlformats.org/drawingml/2006/main">
              <a:ext uri="{FF2B5EF4-FFF2-40B4-BE49-F238E27FC236}">
                <a16:creationId xmlns:a16="http://schemas.microsoft.com/office/drawing/2014/main" id="{FB38B199-905E-4AA6-9C7F-BB3C4BB8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309" y="3542919"/>
            <a:ext cx="1225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88" name="shape-87">
            <a:extLst xmlns:a="http://schemas.openxmlformats.org/drawingml/2006/main">
              <a:ext uri="{FF2B5EF4-FFF2-40B4-BE49-F238E27FC236}">
                <a16:creationId xmlns:a16="http://schemas.microsoft.com/office/drawing/2014/main" id="{8876E190-FA8B-4F2B-8536-5B0566CD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09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89" name="shape-88">
            <a:extLst xmlns:a="http://schemas.openxmlformats.org/drawingml/2006/main">
              <a:ext uri="{FF2B5EF4-FFF2-40B4-BE49-F238E27FC236}">
                <a16:creationId xmlns:a16="http://schemas.microsoft.com/office/drawing/2014/main" id="{DA031F90-5273-4491-8652-CBAF0B0F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09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383" name=""/>
          <p:cNvCxnSpPr>
            <a:stCxn xmlns:a="http://schemas.openxmlformats.org/drawingml/2006/main" id="88" idx="3"/>
            <a:endCxn xmlns:a="http://schemas.openxmlformats.org/drawingml/2006/main" id="89" idx="1"/>
          </p:cNvCxnSpPr>
          <p:nvPr/>
        </p:nvCxnSpPr>
        <p:spPr>
          <a:xfrm xmlns:a="http://schemas.openxmlformats.org/drawingml/2006/main">
            <a:off x="3533775" y="2414588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91" name="shape-90">
            <a:extLst xmlns:a="http://schemas.openxmlformats.org/drawingml/2006/main">
              <a:ext uri="{FF2B5EF4-FFF2-40B4-BE49-F238E27FC236}">
                <a16:creationId xmlns:a16="http://schemas.microsoft.com/office/drawing/2014/main" id="{88D429A3-3ABD-4E3A-BD81-BC5BBB0B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09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92" name="shape-91">
            <a:extLst xmlns:a="http://schemas.openxmlformats.org/drawingml/2006/main">
              <a:ext uri="{FF2B5EF4-FFF2-40B4-BE49-F238E27FC236}">
                <a16:creationId xmlns:a16="http://schemas.microsoft.com/office/drawing/2014/main" id="{ABA7BB64-98EE-42C8-9D93-214FF720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4575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386" name=""/>
          <p:cNvCxnSpPr>
            <a:stCxn xmlns:a="http://schemas.openxmlformats.org/drawingml/2006/main" id="91" idx="2"/>
            <a:endCxn xmlns:a="http://schemas.openxmlformats.org/drawingml/2006/main" id="92" idx="0"/>
          </p:cNvCxnSpPr>
          <p:nvPr/>
        </p:nvCxnSpPr>
        <p:spPr>
          <a:xfrm xmlns:a="http://schemas.openxmlformats.org/drawingml/2006/main">
            <a:off x="4138613" y="2419350"/>
            <a:ext cx="0" cy="103822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94" name="shape-93">
            <a:extLst xmlns:a="http://schemas.openxmlformats.org/drawingml/2006/main">
              <a:ext uri="{FF2B5EF4-FFF2-40B4-BE49-F238E27FC236}">
                <a16:creationId xmlns:a16="http://schemas.microsoft.com/office/drawing/2014/main" id="{7D7C4949-BA1B-423B-88B7-57B8E723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4575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95" name="shape-94">
            <a:extLst xmlns:a="http://schemas.openxmlformats.org/drawingml/2006/main">
              <a:ext uri="{FF2B5EF4-FFF2-40B4-BE49-F238E27FC236}">
                <a16:creationId xmlns:a16="http://schemas.microsoft.com/office/drawing/2014/main" id="{788F466E-2B75-48FD-9D00-3765E3B8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4575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389" name=""/>
          <p:cNvCxnSpPr>
            <a:stCxn xmlns:a="http://schemas.openxmlformats.org/drawingml/2006/main" id="94" idx="1"/>
            <a:endCxn xmlns:a="http://schemas.openxmlformats.org/drawingml/2006/main" id="95" idx="3"/>
          </p:cNvCxnSpPr>
          <p:nvPr/>
        </p:nvCxnSpPr>
        <p:spPr>
          <a:xfrm xmlns:a="http://schemas.openxmlformats.org/drawingml/2006/main" flipH="1">
            <a:off x="3457575" y="3462338"/>
            <a:ext cx="67627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97" name="text-96">
            <a:extLst xmlns:a="http://schemas.openxmlformats.org/drawingml/2006/main">
              <a:ext uri="{FF2B5EF4-FFF2-40B4-BE49-F238E27FC236}">
                <a16:creationId xmlns:a16="http://schemas.microsoft.com/office/drawing/2014/main" id="{986CDC5A-7998-40E5-B301-676B5277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095625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rPr>
              <a:t>非关键查询</a:t>
            </a:r>
          </a:p>
        </p:txBody>
      </p:sp>
      <p:sp>
        <p:nvSpPr>
          <p:cNvPr id="98" name="text-97">
            <a:extLst xmlns:a="http://schemas.openxmlformats.org/drawingml/2006/main">
              <a:ext uri="{FF2B5EF4-FFF2-40B4-BE49-F238E27FC236}">
                <a16:creationId xmlns:a16="http://schemas.microsoft.com/office/drawing/2014/main" id="{612B1B74-C3C3-499A-9E80-FD765971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7052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agentService</a:t>
            </a:r>
          </a:p>
        </p:txBody>
      </p:sp>
      <p:sp>
        <p:nvSpPr>
          <p:cNvPr id="99" name="glyph-roundRect-98">
            <a:extLst xmlns:a="http://schemas.openxmlformats.org/drawingml/2006/main">
              <a:ext uri="{FF2B5EF4-FFF2-40B4-BE49-F238E27FC236}">
                <a16:creationId xmlns:a16="http://schemas.microsoft.com/office/drawing/2014/main" id="{3AC810E7-755E-476F-ABE5-5DF3801A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533775"/>
            <a:ext cx="371475" cy="4095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3F7FD"/>
          </a:solidFill>
          <a:ln xmlns:a="http://schemas.openxmlformats.org/drawingml/2006/main" w="15240">
            <a:solidFill>
              <a:srgbClr val="163A63"/>
            </a:solidFill>
          </a:ln>
        </p:spPr>
      </p:sp>
      <p:sp>
        <p:nvSpPr>
          <p:cNvPr id="100" name="glyph-rect-99">
            <a:extLst xmlns:a="http://schemas.openxmlformats.org/drawingml/2006/main">
              <a:ext uri="{FF2B5EF4-FFF2-40B4-BE49-F238E27FC236}">
                <a16:creationId xmlns:a16="http://schemas.microsoft.com/office/drawing/2014/main" id="{A997941E-5751-4BAE-8DC7-75DB4C8C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002" y="3591116"/>
            <a:ext cx="282321" cy="655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101" name="glyph-ellipse-100">
            <a:extLst xmlns:a="http://schemas.openxmlformats.org/drawingml/2006/main">
              <a:ext uri="{FF2B5EF4-FFF2-40B4-BE49-F238E27FC236}">
                <a16:creationId xmlns:a16="http://schemas.microsoft.com/office/drawing/2014/main" id="{F747E997-9D5C-47F3-BB21-B523D2B4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11594"/>
            <a:ext cx="20431" cy="20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02" name="line-101">
            <a:extLst xmlns:a="http://schemas.openxmlformats.org/drawingml/2006/main">
              <a:ext uri="{FF2B5EF4-FFF2-40B4-BE49-F238E27FC236}">
                <a16:creationId xmlns:a16="http://schemas.microsoft.com/office/drawing/2014/main" id="{FB1D6E3C-3218-4DD9-80B7-EC47D39C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159" y="3623882"/>
            <a:ext cx="1225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103" name="glyph-rect-102">
            <a:extLst xmlns:a="http://schemas.openxmlformats.org/drawingml/2006/main">
              <a:ext uri="{FF2B5EF4-FFF2-40B4-BE49-F238E27FC236}">
                <a16:creationId xmlns:a16="http://schemas.microsoft.com/office/drawing/2014/main" id="{CB6B8D79-41F0-44C0-833C-84C164E8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002" y="3693509"/>
            <a:ext cx="282321" cy="655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104" name="glyph-ellipse-103">
            <a:extLst xmlns:a="http://schemas.openxmlformats.org/drawingml/2006/main">
              <a:ext uri="{FF2B5EF4-FFF2-40B4-BE49-F238E27FC236}">
                <a16:creationId xmlns:a16="http://schemas.microsoft.com/office/drawing/2014/main" id="{F7D98FB8-6663-488D-81CB-CA1B0432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13988"/>
            <a:ext cx="20431" cy="20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05" name="line-104">
            <a:extLst xmlns:a="http://schemas.openxmlformats.org/drawingml/2006/main">
              <a:ext uri="{FF2B5EF4-FFF2-40B4-BE49-F238E27FC236}">
                <a16:creationId xmlns:a16="http://schemas.microsoft.com/office/drawing/2014/main" id="{5719E3B2-DD5F-46A7-8AED-4F01CD4C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159" y="3726275"/>
            <a:ext cx="1225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106" name="glyph-rect-105">
            <a:extLst xmlns:a="http://schemas.openxmlformats.org/drawingml/2006/main">
              <a:ext uri="{FF2B5EF4-FFF2-40B4-BE49-F238E27FC236}">
                <a16:creationId xmlns:a16="http://schemas.microsoft.com/office/drawing/2014/main" id="{EDA1F757-3E79-4F3C-9555-7AFD19E2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002" y="3795903"/>
            <a:ext cx="282321" cy="655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107" name="glyph-ellipse-106">
            <a:extLst xmlns:a="http://schemas.openxmlformats.org/drawingml/2006/main">
              <a:ext uri="{FF2B5EF4-FFF2-40B4-BE49-F238E27FC236}">
                <a16:creationId xmlns:a16="http://schemas.microsoft.com/office/drawing/2014/main" id="{A6F9F148-22CC-48F6-8E39-E91BF882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816382"/>
            <a:ext cx="20431" cy="20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08" name="line-107">
            <a:extLst xmlns:a="http://schemas.openxmlformats.org/drawingml/2006/main">
              <a:ext uri="{FF2B5EF4-FFF2-40B4-BE49-F238E27FC236}">
                <a16:creationId xmlns:a16="http://schemas.microsoft.com/office/drawing/2014/main" id="{2CFADF60-04E2-45B4-82B7-D4FB96A3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159" y="3828669"/>
            <a:ext cx="1225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109" name="text-108">
            <a:extLst xmlns:a="http://schemas.openxmlformats.org/drawingml/2006/main">
              <a:ext uri="{FF2B5EF4-FFF2-40B4-BE49-F238E27FC236}">
                <a16:creationId xmlns:a16="http://schemas.microsoft.com/office/drawing/2014/main" id="{1F647B4C-EDB1-4612-9858-25B2DBC5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0025"/>
            <a:ext cx="157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adminService</a:t>
            </a:r>
          </a:p>
        </p:txBody>
      </p:sp>
      <p:sp>
        <p:nvSpPr>
          <p:cNvPr id="110" name="text-109">
            <a:extLst xmlns:a="http://schemas.openxmlformats.org/drawingml/2006/main">
              <a:ext uri="{FF2B5EF4-FFF2-40B4-BE49-F238E27FC236}">
                <a16:creationId xmlns:a16="http://schemas.microsoft.com/office/drawing/2014/main" id="{2ECFD0F0-D4EE-4719-8CE5-B3B038E8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rPr>
              <a:t>独立管理后台</a:t>
            </a:r>
          </a:p>
        </p:txBody>
      </p:sp>
      <p:sp>
        <p:nvSpPr>
          <p:cNvPr id="111" name="glyph-roundRect-110">
            <a:extLst xmlns:a="http://schemas.openxmlformats.org/drawingml/2006/main">
              <a:ext uri="{FF2B5EF4-FFF2-40B4-BE49-F238E27FC236}">
                <a16:creationId xmlns:a16="http://schemas.microsoft.com/office/drawing/2014/main" id="{2DAD4333-66E4-4EED-AA13-C9304A7A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981325"/>
            <a:ext cx="371475" cy="4095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3F7FD"/>
          </a:solidFill>
          <a:ln xmlns:a="http://schemas.openxmlformats.org/drawingml/2006/main" w="15240">
            <a:solidFill>
              <a:srgbClr val="163A63"/>
            </a:solidFill>
          </a:ln>
        </p:spPr>
      </p:sp>
      <p:sp>
        <p:nvSpPr>
          <p:cNvPr id="112" name="glyph-rect-111">
            <a:extLst xmlns:a="http://schemas.openxmlformats.org/drawingml/2006/main">
              <a:ext uri="{FF2B5EF4-FFF2-40B4-BE49-F238E27FC236}">
                <a16:creationId xmlns:a16="http://schemas.microsoft.com/office/drawing/2014/main" id="{F73331C5-AD5C-4FBE-BB8B-FB0AC8C7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6302" y="3038666"/>
            <a:ext cx="282321" cy="655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113" name="glyph-ellipse-112">
            <a:extLst xmlns:a="http://schemas.openxmlformats.org/drawingml/2006/main">
              <a:ext uri="{FF2B5EF4-FFF2-40B4-BE49-F238E27FC236}">
                <a16:creationId xmlns:a16="http://schemas.microsoft.com/office/drawing/2014/main" id="{ABDE24FA-2413-4B5A-92C3-73510FD9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020" y="3059144"/>
            <a:ext cx="20431" cy="20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14" name="line-113">
            <a:extLst xmlns:a="http://schemas.openxmlformats.org/drawingml/2006/main">
              <a:ext uri="{FF2B5EF4-FFF2-40B4-BE49-F238E27FC236}">
                <a16:creationId xmlns:a16="http://schemas.microsoft.com/office/drawing/2014/main" id="{03D8DC85-5731-4473-BBDB-0FBC6B79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459" y="3071432"/>
            <a:ext cx="1225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115" name="glyph-rect-114">
            <a:extLst xmlns:a="http://schemas.openxmlformats.org/drawingml/2006/main">
              <a:ext uri="{FF2B5EF4-FFF2-40B4-BE49-F238E27FC236}">
                <a16:creationId xmlns:a16="http://schemas.microsoft.com/office/drawing/2014/main" id="{F85BC58D-48FA-4CE2-B804-2796364D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6302" y="3141059"/>
            <a:ext cx="282321" cy="655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116" name="glyph-ellipse-115">
            <a:extLst xmlns:a="http://schemas.openxmlformats.org/drawingml/2006/main">
              <a:ext uri="{FF2B5EF4-FFF2-40B4-BE49-F238E27FC236}">
                <a16:creationId xmlns:a16="http://schemas.microsoft.com/office/drawing/2014/main" id="{87683947-0E8A-4091-8A8B-89231E27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020" y="3161538"/>
            <a:ext cx="20431" cy="20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17" name="line-116">
            <a:extLst xmlns:a="http://schemas.openxmlformats.org/drawingml/2006/main">
              <a:ext uri="{FF2B5EF4-FFF2-40B4-BE49-F238E27FC236}">
                <a16:creationId xmlns:a16="http://schemas.microsoft.com/office/drawing/2014/main" id="{18F21130-8CD3-4B80-84C5-21DFBA21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459" y="3173825"/>
            <a:ext cx="1225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118" name="glyph-rect-117">
            <a:extLst xmlns:a="http://schemas.openxmlformats.org/drawingml/2006/main">
              <a:ext uri="{FF2B5EF4-FFF2-40B4-BE49-F238E27FC236}">
                <a16:creationId xmlns:a16="http://schemas.microsoft.com/office/drawing/2014/main" id="{2B235E6A-4E3A-4C8F-B2BD-71AAF78B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6302" y="3243453"/>
            <a:ext cx="282321" cy="655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119" name="glyph-ellipse-118">
            <a:extLst xmlns:a="http://schemas.openxmlformats.org/drawingml/2006/main">
              <a:ext uri="{FF2B5EF4-FFF2-40B4-BE49-F238E27FC236}">
                <a16:creationId xmlns:a16="http://schemas.microsoft.com/office/drawing/2014/main" id="{B2B972DF-EB40-4CF2-B1B9-ECEDBC17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020" y="3263932"/>
            <a:ext cx="20431" cy="204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20" name="line-119">
            <a:extLst xmlns:a="http://schemas.openxmlformats.org/drawingml/2006/main">
              <a:ext uri="{FF2B5EF4-FFF2-40B4-BE49-F238E27FC236}">
                <a16:creationId xmlns:a16="http://schemas.microsoft.com/office/drawing/2014/main" id="{7BB6256F-8D10-4C2C-A8A3-F869ED00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459" y="3276219"/>
            <a:ext cx="1225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121" name="text-120">
            <a:extLst xmlns:a="http://schemas.openxmlformats.org/drawingml/2006/main">
              <a:ext uri="{FF2B5EF4-FFF2-40B4-BE49-F238E27FC236}">
                <a16:creationId xmlns:a16="http://schemas.microsoft.com/office/drawing/2014/main" id="{39C2FD37-DB81-4BCE-896E-E4AB677F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4385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relayService</a:t>
            </a:r>
          </a:p>
        </p:txBody>
      </p:sp>
      <p:sp>
        <p:nvSpPr>
          <p:cNvPr id="122" name="text-121">
            <a:extLst xmlns:a="http://schemas.openxmlformats.org/drawingml/2006/main">
              <a:ext uri="{FF2B5EF4-FFF2-40B4-BE49-F238E27FC236}">
                <a16:creationId xmlns:a16="http://schemas.microsoft.com/office/drawing/2014/main" id="{6F34C9EA-58A9-4384-916A-26238890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714750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rPr>
              <a:t>ADS运行</a:t>
            </a:r>
          </a:p>
        </p:txBody>
      </p:sp>
      <p:sp>
        <p:nvSpPr>
          <p:cNvPr id="123" name="shape-122">
            <a:extLst xmlns:a="http://schemas.openxmlformats.org/drawingml/2006/main">
              <a:ext uri="{FF2B5EF4-FFF2-40B4-BE49-F238E27FC236}">
                <a16:creationId xmlns:a16="http://schemas.microsoft.com/office/drawing/2014/main" id="{43CB5EBF-DDD8-45E1-991C-41E42239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574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24" name="shape-123">
            <a:extLst xmlns:a="http://schemas.openxmlformats.org/drawingml/2006/main">
              <a:ext uri="{FF2B5EF4-FFF2-40B4-BE49-F238E27FC236}">
                <a16:creationId xmlns:a16="http://schemas.microsoft.com/office/drawing/2014/main" id="{84BBDF0D-07D2-43C8-9B4C-330E99D9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90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18" name=""/>
          <p:cNvCxnSpPr>
            <a:stCxn xmlns:a="http://schemas.openxmlformats.org/drawingml/2006/main" id="123" idx="2"/>
            <a:endCxn xmlns:a="http://schemas.openxmlformats.org/drawingml/2006/main" id="124" idx="0"/>
          </p:cNvCxnSpPr>
          <p:nvPr/>
        </p:nvCxnSpPr>
        <p:spPr>
          <a:xfrm xmlns:a="http://schemas.openxmlformats.org/drawingml/2006/main">
            <a:off x="4900613" y="2466975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126" name="shape-125">
            <a:extLst xmlns:a="http://schemas.openxmlformats.org/drawingml/2006/main">
              <a:ext uri="{FF2B5EF4-FFF2-40B4-BE49-F238E27FC236}">
                <a16:creationId xmlns:a16="http://schemas.microsoft.com/office/drawing/2014/main" id="{E4A4ED0E-CCA7-4999-AD0B-B3A304B0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90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27" name="shape-126">
            <a:extLst xmlns:a="http://schemas.openxmlformats.org/drawingml/2006/main">
              <a:ext uri="{FF2B5EF4-FFF2-40B4-BE49-F238E27FC236}">
                <a16:creationId xmlns:a16="http://schemas.microsoft.com/office/drawing/2014/main" id="{C7E868BD-F096-4770-936B-6D262A1A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190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21" name=""/>
          <p:cNvCxnSpPr>
            <a:stCxn xmlns:a="http://schemas.openxmlformats.org/drawingml/2006/main" id="126" idx="3"/>
            <a:endCxn xmlns:a="http://schemas.openxmlformats.org/drawingml/2006/main" id="127" idx="1"/>
          </p:cNvCxnSpPr>
          <p:nvPr/>
        </p:nvCxnSpPr>
        <p:spPr>
          <a:xfrm xmlns:a="http://schemas.openxmlformats.org/drawingml/2006/main">
            <a:off x="4905375" y="3195638"/>
            <a:ext cx="127635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129" name="text-128">
            <a:extLst xmlns:a="http://schemas.openxmlformats.org/drawingml/2006/main">
              <a:ext uri="{FF2B5EF4-FFF2-40B4-BE49-F238E27FC236}">
                <a16:creationId xmlns:a16="http://schemas.microsoft.com/office/drawing/2014/main" id="{EEA2FBC8-B06F-4F96-8E25-CB1902B5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67652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Relay路径</a:t>
            </a:r>
          </a:p>
        </p:txBody>
      </p:sp>
      <p:sp>
        <p:nvSpPr>
          <p:cNvPr id="130" name="shape-129">
            <a:extLst xmlns:a="http://schemas.openxmlformats.org/drawingml/2006/main">
              <a:ext uri="{FF2B5EF4-FFF2-40B4-BE49-F238E27FC236}">
                <a16:creationId xmlns:a16="http://schemas.microsoft.com/office/drawing/2014/main" id="{663C6537-2A9B-4D0A-9E90-36968A2F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90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31" name="shape-130">
            <a:extLst xmlns:a="http://schemas.openxmlformats.org/drawingml/2006/main">
              <a:ext uri="{FF2B5EF4-FFF2-40B4-BE49-F238E27FC236}">
                <a16:creationId xmlns:a16="http://schemas.microsoft.com/office/drawing/2014/main" id="{2F1A2E29-AC18-4F52-B28A-C15D0725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90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25" name=""/>
          <p:cNvCxnSpPr>
            <a:stCxn xmlns:a="http://schemas.openxmlformats.org/drawingml/2006/main" id="130" idx="3"/>
            <a:endCxn xmlns:a="http://schemas.openxmlformats.org/drawingml/2006/main" id="131" idx="1"/>
          </p:cNvCxnSpPr>
          <p:nvPr/>
        </p:nvCxnSpPr>
        <p:spPr>
          <a:xfrm xmlns:a="http://schemas.openxmlformats.org/drawingml/2006/main">
            <a:off x="6562725" y="3195638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133" name="shape-132">
            <a:extLst xmlns:a="http://schemas.openxmlformats.org/drawingml/2006/main">
              <a:ext uri="{FF2B5EF4-FFF2-40B4-BE49-F238E27FC236}">
                <a16:creationId xmlns:a16="http://schemas.microsoft.com/office/drawing/2014/main" id="{2FDC88D7-EEF0-4606-B792-C38EDDDD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90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34" name="shape-133">
            <a:extLst xmlns:a="http://schemas.openxmlformats.org/drawingml/2006/main">
              <a:ext uri="{FF2B5EF4-FFF2-40B4-BE49-F238E27FC236}">
                <a16:creationId xmlns:a16="http://schemas.microsoft.com/office/drawing/2014/main" id="{E8EDF8CB-6A0F-4A3B-95F7-A88FB6BC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574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28" name=""/>
          <p:cNvCxnSpPr>
            <a:stCxn xmlns:a="http://schemas.openxmlformats.org/drawingml/2006/main" id="133" idx="0"/>
            <a:endCxn xmlns:a="http://schemas.openxmlformats.org/drawingml/2006/main" id="134" idx="2"/>
          </p:cNvCxnSpPr>
          <p:nvPr/>
        </p:nvCxnSpPr>
        <p:spPr>
          <a:xfrm xmlns:a="http://schemas.openxmlformats.org/drawingml/2006/main" flipV="1">
            <a:off x="7481888" y="2466975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136" name="text-135">
            <a:extLst xmlns:a="http://schemas.openxmlformats.org/drawingml/2006/main">
              <a:ext uri="{FF2B5EF4-FFF2-40B4-BE49-F238E27FC236}">
                <a16:creationId xmlns:a16="http://schemas.microsoft.com/office/drawing/2014/main" id="{50098564-A03D-45F0-8D4B-7C4AF922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876550"/>
            <a:ext cx="600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MCP</a:t>
            </a:r>
          </a:p>
        </p:txBody>
      </p:sp>
      <p:sp>
        <p:nvSpPr>
          <p:cNvPr id="137" name="glyph-roundRect-136">
            <a:extLst xmlns:a="http://schemas.openxmlformats.org/drawingml/2006/main">
              <a:ext uri="{FF2B5EF4-FFF2-40B4-BE49-F238E27FC236}">
                <a16:creationId xmlns:a16="http://schemas.microsoft.com/office/drawing/2014/main" id="{6DFB6A97-2896-4338-9E07-7CE54E20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171950"/>
            <a:ext cx="409575" cy="438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3F7FD"/>
          </a:solidFill>
          <a:ln xmlns:a="http://schemas.openxmlformats.org/drawingml/2006/main" w="15240">
            <a:solidFill>
              <a:srgbClr val="163A63"/>
            </a:solidFill>
          </a:ln>
        </p:spPr>
      </p:sp>
      <p:sp>
        <p:nvSpPr>
          <p:cNvPr id="138" name="glyph-rect-137">
            <a:extLst xmlns:a="http://schemas.openxmlformats.org/drawingml/2006/main">
              <a:ext uri="{FF2B5EF4-FFF2-40B4-BE49-F238E27FC236}">
                <a16:creationId xmlns:a16="http://schemas.microsoft.com/office/drawing/2014/main" id="{D895DF89-430D-47FD-A93D-7017BA72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4974" y="4233291"/>
            <a:ext cx="311277" cy="701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139" name="glyph-ellipse-138">
            <a:extLst xmlns:a="http://schemas.openxmlformats.org/drawingml/2006/main">
              <a:ext uri="{FF2B5EF4-FFF2-40B4-BE49-F238E27FC236}">
                <a16:creationId xmlns:a16="http://schemas.microsoft.com/office/drawing/2014/main" id="{F59601C4-E464-446E-BEF5-03CAE091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7740" y="4255199"/>
            <a:ext cx="22527" cy="225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40" name="line-139">
            <a:extLst xmlns:a="http://schemas.openxmlformats.org/drawingml/2006/main">
              <a:ext uri="{FF2B5EF4-FFF2-40B4-BE49-F238E27FC236}">
                <a16:creationId xmlns:a16="http://schemas.microsoft.com/office/drawing/2014/main" id="{70779F44-7BC1-498D-A359-707A5FA4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1942" y="4268343"/>
            <a:ext cx="135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141" name="glyph-rect-140">
            <a:extLst xmlns:a="http://schemas.openxmlformats.org/drawingml/2006/main">
              <a:ext uri="{FF2B5EF4-FFF2-40B4-BE49-F238E27FC236}">
                <a16:creationId xmlns:a16="http://schemas.microsoft.com/office/drawing/2014/main" id="{70B2AF61-6C05-454E-BCF7-EE9F5F92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4974" y="4342829"/>
            <a:ext cx="311277" cy="701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142" name="glyph-ellipse-141">
            <a:extLst xmlns:a="http://schemas.openxmlformats.org/drawingml/2006/main">
              <a:ext uri="{FF2B5EF4-FFF2-40B4-BE49-F238E27FC236}">
                <a16:creationId xmlns:a16="http://schemas.microsoft.com/office/drawing/2014/main" id="{DFEE87A6-AA0C-491E-9C62-5466D46E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7740" y="4364736"/>
            <a:ext cx="22527" cy="225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43" name="line-142">
            <a:extLst xmlns:a="http://schemas.openxmlformats.org/drawingml/2006/main">
              <a:ext uri="{FF2B5EF4-FFF2-40B4-BE49-F238E27FC236}">
                <a16:creationId xmlns:a16="http://schemas.microsoft.com/office/drawing/2014/main" id="{0FEDF2B2-5CD4-4A62-A643-3BC2F468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1942" y="4377881"/>
            <a:ext cx="135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144" name="glyph-rect-143">
            <a:extLst xmlns:a="http://schemas.openxmlformats.org/drawingml/2006/main">
              <a:ext uri="{FF2B5EF4-FFF2-40B4-BE49-F238E27FC236}">
                <a16:creationId xmlns:a16="http://schemas.microsoft.com/office/drawing/2014/main" id="{49813818-1B21-4CD0-831C-86A1EB10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4974" y="4452366"/>
            <a:ext cx="311277" cy="701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145" name="glyph-ellipse-144">
            <a:extLst xmlns:a="http://schemas.openxmlformats.org/drawingml/2006/main">
              <a:ext uri="{FF2B5EF4-FFF2-40B4-BE49-F238E27FC236}">
                <a16:creationId xmlns:a16="http://schemas.microsoft.com/office/drawing/2014/main" id="{DA19878B-B842-4DE1-BCB2-6E8BAAB6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7740" y="4474274"/>
            <a:ext cx="22527" cy="2252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46" name="line-145">
            <a:extLst xmlns:a="http://schemas.openxmlformats.org/drawingml/2006/main">
              <a:ext uri="{FF2B5EF4-FFF2-40B4-BE49-F238E27FC236}">
                <a16:creationId xmlns:a16="http://schemas.microsoft.com/office/drawing/2014/main" id="{4FEAA72A-D47A-4A9D-A08E-D5357186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1942" y="4487418"/>
            <a:ext cx="135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147" name="text-146">
            <a:extLst xmlns:a="http://schemas.openxmlformats.org/drawingml/2006/main">
              <a:ext uri="{FF2B5EF4-FFF2-40B4-BE49-F238E27FC236}">
                <a16:creationId xmlns:a16="http://schemas.microsoft.com/office/drawing/2014/main" id="{3A84A268-810D-4CAE-B6EF-997DD802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686300"/>
            <a:ext cx="14192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沙箱调度器</a:t>
            </a:r>
          </a:p>
        </p:txBody>
      </p:sp>
      <p:sp>
        <p:nvSpPr>
          <p:cNvPr id="148" name="shape-147">
            <a:extLst xmlns:a="http://schemas.openxmlformats.org/drawingml/2006/main">
              <a:ext uri="{FF2B5EF4-FFF2-40B4-BE49-F238E27FC236}">
                <a16:creationId xmlns:a16="http://schemas.microsoft.com/office/drawing/2014/main" id="{F2235DD6-9A67-4DF8-BB3B-9CDED268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90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49" name="shape-148">
            <a:extLst xmlns:a="http://schemas.openxmlformats.org/drawingml/2006/main">
              <a:ext uri="{FF2B5EF4-FFF2-40B4-BE49-F238E27FC236}">
                <a16:creationId xmlns:a16="http://schemas.microsoft.com/office/drawing/2014/main" id="{733BFF84-3DE9-4C97-8C24-6604A7C4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719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43" name=""/>
          <p:cNvCxnSpPr>
            <a:stCxn xmlns:a="http://schemas.openxmlformats.org/drawingml/2006/main" id="148" idx="2"/>
            <a:endCxn xmlns:a="http://schemas.openxmlformats.org/drawingml/2006/main" id="149" idx="0"/>
          </p:cNvCxnSpPr>
          <p:nvPr/>
        </p:nvCxnSpPr>
        <p:spPr>
          <a:xfrm xmlns:a="http://schemas.openxmlformats.org/drawingml/2006/main">
            <a:off x="4900613" y="3200400"/>
            <a:ext cx="0" cy="97155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dash"/>
            <a:tailEnd type="triangle" w="sm" len="sm"/>
          </a:ln>
        </p:spPr>
      </p:cxnSp>
      <p:sp>
        <p:nvSpPr>
          <p:cNvPr id="151" name="text-150">
            <a:extLst xmlns:a="http://schemas.openxmlformats.org/drawingml/2006/main">
              <a:ext uri="{FF2B5EF4-FFF2-40B4-BE49-F238E27FC236}">
                <a16:creationId xmlns:a16="http://schemas.microsoft.com/office/drawing/2014/main" id="{839546D1-8950-4BC7-8991-24DA7148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600450"/>
            <a:ext cx="476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创建</a:t>
            </a:r>
          </a:p>
          <a:p xmlns:a="http://schemas.openxmlformats.org/drawingml/2006/main">
            <a:pPr algn="l">
              <a:defRPr sz="1350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请求</a:t>
            </a:r>
          </a:p>
        </p:txBody>
      </p:sp>
      <p:sp>
        <p:nvSpPr>
          <p:cNvPr id="152" name="shape-151">
            <a:extLst xmlns:a="http://schemas.openxmlformats.org/drawingml/2006/main">
              <a:ext uri="{FF2B5EF4-FFF2-40B4-BE49-F238E27FC236}">
                <a16:creationId xmlns:a16="http://schemas.microsoft.com/office/drawing/2014/main" id="{5467FC34-76C7-453C-843A-16DB0B56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00475"/>
            <a:ext cx="319087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1906">
            <a:solidFill>
              <a:srgbClr val="B9CEE5"/>
            </a:solidFill>
          </a:ln>
        </p:spPr>
      </p:sp>
      <p:sp>
        <p:nvSpPr>
          <p:cNvPr id="153" name="text-152">
            <a:extLst xmlns:a="http://schemas.openxmlformats.org/drawingml/2006/main">
              <a:ext uri="{FF2B5EF4-FFF2-40B4-BE49-F238E27FC236}">
                <a16:creationId xmlns:a16="http://schemas.microsoft.com/office/drawing/2014/main" id="{E51A6A02-6E31-4DF4-97AA-979DD91F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81525"/>
            <a:ext cx="1209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LF平台</a:t>
            </a:r>
          </a:p>
        </p:txBody>
      </p:sp>
      <p:sp>
        <p:nvSpPr>
          <p:cNvPr id="154" name="glyph-roundRect-153">
            <a:extLst xmlns:a="http://schemas.openxmlformats.org/drawingml/2006/main">
              <a:ext uri="{FF2B5EF4-FFF2-40B4-BE49-F238E27FC236}">
                <a16:creationId xmlns:a16="http://schemas.microsoft.com/office/drawing/2014/main" id="{05D41955-B856-41AD-AB76-BAA82BC8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257675"/>
            <a:ext cx="342900" cy="3810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3F7FD"/>
          </a:solidFill>
          <a:ln xmlns:a="http://schemas.openxmlformats.org/drawingml/2006/main" w="15240">
            <a:solidFill>
              <a:srgbClr val="163A63"/>
            </a:solidFill>
          </a:ln>
        </p:spPr>
      </p:sp>
      <p:sp>
        <p:nvSpPr>
          <p:cNvPr id="155" name="glyph-rect-154">
            <a:extLst xmlns:a="http://schemas.openxmlformats.org/drawingml/2006/main">
              <a:ext uri="{FF2B5EF4-FFF2-40B4-BE49-F238E27FC236}">
                <a16:creationId xmlns:a16="http://schemas.microsoft.com/office/drawing/2014/main" id="{E244D998-2931-41E1-A9C8-3CE4FF13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373" y="4311015"/>
            <a:ext cx="260604" cy="60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156" name="glyph-ellipse-155">
            <a:extLst xmlns:a="http://schemas.openxmlformats.org/drawingml/2006/main">
              <a:ext uri="{FF2B5EF4-FFF2-40B4-BE49-F238E27FC236}">
                <a16:creationId xmlns:a16="http://schemas.microsoft.com/office/drawing/2014/main" id="{90DAA7EC-B373-42DE-BABF-2BF92BFF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8805" y="4330065"/>
            <a:ext cx="18860" cy="18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57" name="line-156">
            <a:extLst xmlns:a="http://schemas.openxmlformats.org/drawingml/2006/main">
              <a:ext uri="{FF2B5EF4-FFF2-40B4-BE49-F238E27FC236}">
                <a16:creationId xmlns:a16="http://schemas.microsoft.com/office/drawing/2014/main" id="{26F89B68-E6E8-4E71-9CB6-C2B7F0BB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672" y="4341495"/>
            <a:ext cx="1131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158" name="glyph-rect-157">
            <a:extLst xmlns:a="http://schemas.openxmlformats.org/drawingml/2006/main">
              <a:ext uri="{FF2B5EF4-FFF2-40B4-BE49-F238E27FC236}">
                <a16:creationId xmlns:a16="http://schemas.microsoft.com/office/drawing/2014/main" id="{B991BAF7-CCC0-46F2-B97D-423070A6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373" y="4406265"/>
            <a:ext cx="260604" cy="60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159" name="glyph-ellipse-158">
            <a:extLst xmlns:a="http://schemas.openxmlformats.org/drawingml/2006/main">
              <a:ext uri="{FF2B5EF4-FFF2-40B4-BE49-F238E27FC236}">
                <a16:creationId xmlns:a16="http://schemas.microsoft.com/office/drawing/2014/main" id="{61935E1B-3E5E-4F04-A83E-C3BE692C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8805" y="4425315"/>
            <a:ext cx="18860" cy="18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60" name="line-159">
            <a:extLst xmlns:a="http://schemas.openxmlformats.org/drawingml/2006/main">
              <a:ext uri="{FF2B5EF4-FFF2-40B4-BE49-F238E27FC236}">
                <a16:creationId xmlns:a16="http://schemas.microsoft.com/office/drawing/2014/main" id="{D0FB03BE-BE6C-4DF1-8DDB-56817DB2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672" y="4436745"/>
            <a:ext cx="1131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161" name="glyph-rect-160">
            <a:extLst xmlns:a="http://schemas.openxmlformats.org/drawingml/2006/main">
              <a:ext uri="{FF2B5EF4-FFF2-40B4-BE49-F238E27FC236}">
                <a16:creationId xmlns:a16="http://schemas.microsoft.com/office/drawing/2014/main" id="{D0F699FB-69C3-49A9-9FB5-034B812C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373" y="4501515"/>
            <a:ext cx="260604" cy="60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162" name="glyph-ellipse-161">
            <a:extLst xmlns:a="http://schemas.openxmlformats.org/drawingml/2006/main">
              <a:ext uri="{FF2B5EF4-FFF2-40B4-BE49-F238E27FC236}">
                <a16:creationId xmlns:a16="http://schemas.microsoft.com/office/drawing/2014/main" id="{2DE5DF68-E103-40E3-BC2D-E8526326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8805" y="4520565"/>
            <a:ext cx="18860" cy="188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63" name="line-162">
            <a:extLst xmlns:a="http://schemas.openxmlformats.org/drawingml/2006/main">
              <a:ext uri="{FF2B5EF4-FFF2-40B4-BE49-F238E27FC236}">
                <a16:creationId xmlns:a16="http://schemas.microsoft.com/office/drawing/2014/main" id="{3AB626E5-7D86-4F37-BB20-BD27451C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672" y="4531995"/>
            <a:ext cx="1131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164" name="text-163">
            <a:extLst xmlns:a="http://schemas.openxmlformats.org/drawingml/2006/main">
              <a:ext uri="{FF2B5EF4-FFF2-40B4-BE49-F238E27FC236}">
                <a16:creationId xmlns:a16="http://schemas.microsoft.com/office/drawing/2014/main" id="{75B2398F-64C5-4E8B-A2B3-2AA38CBF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05300"/>
            <a:ext cx="1133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Relay沙箱</a:t>
            </a:r>
          </a:p>
        </p:txBody>
      </p:sp>
      <p:sp>
        <p:nvSpPr>
          <p:cNvPr id="165" name="shape-164">
            <a:extLst xmlns:a="http://schemas.openxmlformats.org/drawingml/2006/main">
              <a:ext uri="{FF2B5EF4-FFF2-40B4-BE49-F238E27FC236}">
                <a16:creationId xmlns:a16="http://schemas.microsoft.com/office/drawing/2014/main" id="{F42225A1-6CEF-4F68-8B84-15A850E7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3910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66" name="shape-165">
            <a:extLst xmlns:a="http://schemas.openxmlformats.org/drawingml/2006/main">
              <a:ext uri="{FF2B5EF4-FFF2-40B4-BE49-F238E27FC236}">
                <a16:creationId xmlns:a16="http://schemas.microsoft.com/office/drawing/2014/main" id="{7FAFB2E3-7776-41EF-B423-1FE97075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3910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60" name=""/>
          <p:cNvCxnSpPr>
            <a:stCxn xmlns:a="http://schemas.openxmlformats.org/drawingml/2006/main" id="165" idx="3"/>
            <a:endCxn xmlns:a="http://schemas.openxmlformats.org/drawingml/2006/main" id="166" idx="1"/>
          </p:cNvCxnSpPr>
          <p:nvPr/>
        </p:nvCxnSpPr>
        <p:spPr>
          <a:xfrm xmlns:a="http://schemas.openxmlformats.org/drawingml/2006/main">
            <a:off x="5114925" y="4395788"/>
            <a:ext cx="430530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dash"/>
            <a:tailEnd type="triangle" w="sm" len="sm"/>
          </a:ln>
        </p:spPr>
      </p:cxnSp>
      <p:sp>
        <p:nvSpPr>
          <p:cNvPr id="168" name="text-167">
            <a:extLst xmlns:a="http://schemas.openxmlformats.org/drawingml/2006/main">
              <a:ext uri="{FF2B5EF4-FFF2-40B4-BE49-F238E27FC236}">
                <a16:creationId xmlns:a16="http://schemas.microsoft.com/office/drawing/2014/main" id="{C9A2DCC3-8055-4D1E-A06B-973B28D1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4196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创建沙箱</a:t>
            </a:r>
          </a:p>
        </p:txBody>
      </p:sp>
      <p:sp>
        <p:nvSpPr>
          <p:cNvPr id="169" name="shape-168">
            <a:extLst xmlns:a="http://schemas.openxmlformats.org/drawingml/2006/main">
              <a:ext uri="{FF2B5EF4-FFF2-40B4-BE49-F238E27FC236}">
                <a16:creationId xmlns:a16="http://schemas.microsoft.com/office/drawing/2014/main" id="{D6B5CE88-19DF-4859-B4D9-74AE0C64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09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70" name="shape-169">
            <a:extLst xmlns:a="http://schemas.openxmlformats.org/drawingml/2006/main">
              <a:ext uri="{FF2B5EF4-FFF2-40B4-BE49-F238E27FC236}">
                <a16:creationId xmlns:a16="http://schemas.microsoft.com/office/drawing/2014/main" id="{E56647A0-0FA7-4AB6-8641-F9A10698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409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64" name=""/>
          <p:cNvCxnSpPr>
            <a:stCxn xmlns:a="http://schemas.openxmlformats.org/drawingml/2006/main" id="169" idx="3"/>
            <a:endCxn xmlns:a="http://schemas.openxmlformats.org/drawingml/2006/main" id="170" idx="1"/>
          </p:cNvCxnSpPr>
          <p:nvPr/>
        </p:nvCxnSpPr>
        <p:spPr>
          <a:xfrm xmlns:a="http://schemas.openxmlformats.org/drawingml/2006/main">
            <a:off x="5114925" y="2414588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172" name="shape-171">
            <a:extLst xmlns:a="http://schemas.openxmlformats.org/drawingml/2006/main">
              <a:ext uri="{FF2B5EF4-FFF2-40B4-BE49-F238E27FC236}">
                <a16:creationId xmlns:a16="http://schemas.microsoft.com/office/drawing/2014/main" id="{4F646DF2-C5ED-4322-8BFD-1EE6F88E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409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73" name="shape-172">
            <a:extLst xmlns:a="http://schemas.openxmlformats.org/drawingml/2006/main">
              <a:ext uri="{FF2B5EF4-FFF2-40B4-BE49-F238E27FC236}">
                <a16:creationId xmlns:a16="http://schemas.microsoft.com/office/drawing/2014/main" id="{EB5775E9-5363-4748-877D-13931377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0671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67" name=""/>
          <p:cNvCxnSpPr>
            <a:stCxn xmlns:a="http://schemas.openxmlformats.org/drawingml/2006/main" id="172" idx="2"/>
            <a:endCxn xmlns:a="http://schemas.openxmlformats.org/drawingml/2006/main" id="173" idx="0"/>
          </p:cNvCxnSpPr>
          <p:nvPr/>
        </p:nvCxnSpPr>
        <p:spPr>
          <a:xfrm xmlns:a="http://schemas.openxmlformats.org/drawingml/2006/main">
            <a:off x="5367338" y="2419350"/>
            <a:ext cx="0" cy="164782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175" name="shape-174">
            <a:extLst xmlns:a="http://schemas.openxmlformats.org/drawingml/2006/main">
              <a:ext uri="{FF2B5EF4-FFF2-40B4-BE49-F238E27FC236}">
                <a16:creationId xmlns:a16="http://schemas.microsoft.com/office/drawing/2014/main" id="{AD160555-E7A6-4C4E-914A-876309A6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0671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76" name="shape-175">
            <a:extLst xmlns:a="http://schemas.openxmlformats.org/drawingml/2006/main">
              <a:ext uri="{FF2B5EF4-FFF2-40B4-BE49-F238E27FC236}">
                <a16:creationId xmlns:a16="http://schemas.microsoft.com/office/drawing/2014/main" id="{A896219C-2EA4-4395-B053-2B4B1684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0671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70" name=""/>
          <p:cNvCxnSpPr>
            <a:stCxn xmlns:a="http://schemas.openxmlformats.org/drawingml/2006/main" id="175" idx="3"/>
            <a:endCxn xmlns:a="http://schemas.openxmlformats.org/drawingml/2006/main" id="176" idx="1"/>
          </p:cNvCxnSpPr>
          <p:nvPr/>
        </p:nvCxnSpPr>
        <p:spPr>
          <a:xfrm xmlns:a="http://schemas.openxmlformats.org/drawingml/2006/main">
            <a:off x="5372100" y="4071938"/>
            <a:ext cx="37814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178" name="shape-177">
            <a:extLst xmlns:a="http://schemas.openxmlformats.org/drawingml/2006/main">
              <a:ext uri="{FF2B5EF4-FFF2-40B4-BE49-F238E27FC236}">
                <a16:creationId xmlns:a16="http://schemas.microsoft.com/office/drawing/2014/main" id="{52D8B2B9-6C91-4FB6-8B90-3CB2B97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0671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79" name="shape-178">
            <a:extLst xmlns:a="http://schemas.openxmlformats.org/drawingml/2006/main">
              <a:ext uri="{FF2B5EF4-FFF2-40B4-BE49-F238E27FC236}">
                <a16:creationId xmlns:a16="http://schemas.microsoft.com/office/drawing/2014/main" id="{9C94A79B-77A8-4A96-A4F4-CE3D9A59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295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73" name=""/>
          <p:cNvCxnSpPr>
            <a:stCxn xmlns:a="http://schemas.openxmlformats.org/drawingml/2006/main" id="178" idx="2"/>
            <a:endCxn xmlns:a="http://schemas.openxmlformats.org/drawingml/2006/main" id="179" idx="0"/>
          </p:cNvCxnSpPr>
          <p:nvPr/>
        </p:nvCxnSpPr>
        <p:spPr>
          <a:xfrm xmlns:a="http://schemas.openxmlformats.org/drawingml/2006/main">
            <a:off x="9158288" y="4076700"/>
            <a:ext cx="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181" name="shape-180">
            <a:extLst xmlns:a="http://schemas.openxmlformats.org/drawingml/2006/main">
              <a:ext uri="{FF2B5EF4-FFF2-40B4-BE49-F238E27FC236}">
                <a16:creationId xmlns:a16="http://schemas.microsoft.com/office/drawing/2014/main" id="{A39EDF52-3270-47F6-A6CE-19086CD5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295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82" name="shape-181">
            <a:extLst xmlns:a="http://schemas.openxmlformats.org/drawingml/2006/main">
              <a:ext uri="{FF2B5EF4-FFF2-40B4-BE49-F238E27FC236}">
                <a16:creationId xmlns:a16="http://schemas.microsoft.com/office/drawing/2014/main" id="{E18F55ED-FD92-449A-B2E8-574F66AF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295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76" name=""/>
          <p:cNvCxnSpPr>
            <a:stCxn xmlns:a="http://schemas.openxmlformats.org/drawingml/2006/main" id="181" idx="3"/>
            <a:endCxn xmlns:a="http://schemas.openxmlformats.org/drawingml/2006/main" id="182" idx="1"/>
          </p:cNvCxnSpPr>
          <p:nvPr/>
        </p:nvCxnSpPr>
        <p:spPr>
          <a:xfrm xmlns:a="http://schemas.openxmlformats.org/drawingml/2006/main">
            <a:off x="9163050" y="4300538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184" name="text-183">
            <a:extLst xmlns:a="http://schemas.openxmlformats.org/drawingml/2006/main">
              <a:ext uri="{FF2B5EF4-FFF2-40B4-BE49-F238E27FC236}">
                <a16:creationId xmlns:a16="http://schemas.microsoft.com/office/drawing/2014/main" id="{1104B1F6-9FBF-4873-A713-DD87D550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40767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按沙箱地址直接调用</a:t>
            </a:r>
          </a:p>
        </p:txBody>
      </p:sp>
      <p:sp>
        <p:nvSpPr>
          <p:cNvPr id="185" name="shape-184">
            <a:extLst xmlns:a="http://schemas.openxmlformats.org/drawingml/2006/main">
              <a:ext uri="{FF2B5EF4-FFF2-40B4-BE49-F238E27FC236}">
                <a16:creationId xmlns:a16="http://schemas.microsoft.com/office/drawing/2014/main" id="{51E2954E-EF9B-444A-96EF-1676E8D9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2576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86" name="shape-185">
            <a:extLst xmlns:a="http://schemas.openxmlformats.org/drawingml/2006/main">
              <a:ext uri="{FF2B5EF4-FFF2-40B4-BE49-F238E27FC236}">
                <a16:creationId xmlns:a16="http://schemas.microsoft.com/office/drawing/2014/main" id="{83AB0E9D-257D-424A-9566-785CF8DE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190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80" name=""/>
          <p:cNvCxnSpPr>
            <a:stCxn xmlns:a="http://schemas.openxmlformats.org/drawingml/2006/main" id="185" idx="0"/>
            <a:endCxn xmlns:a="http://schemas.openxmlformats.org/drawingml/2006/main" id="186" idx="2"/>
          </p:cNvCxnSpPr>
          <p:nvPr/>
        </p:nvCxnSpPr>
        <p:spPr>
          <a:xfrm xmlns:a="http://schemas.openxmlformats.org/drawingml/2006/main" flipV="1">
            <a:off x="9596438" y="3200400"/>
            <a:ext cx="0" cy="10572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188" name="shape-187">
            <a:extLst xmlns:a="http://schemas.openxmlformats.org/drawingml/2006/main">
              <a:ext uri="{FF2B5EF4-FFF2-40B4-BE49-F238E27FC236}">
                <a16:creationId xmlns:a16="http://schemas.microsoft.com/office/drawing/2014/main" id="{A385CA63-8535-4A33-8BBB-2762035A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190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89" name="shape-188">
            <a:extLst xmlns:a="http://schemas.openxmlformats.org/drawingml/2006/main">
              <a:ext uri="{FF2B5EF4-FFF2-40B4-BE49-F238E27FC236}">
                <a16:creationId xmlns:a16="http://schemas.microsoft.com/office/drawing/2014/main" id="{00EDC897-3516-4D42-A8FC-0F1E2B39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90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83" name=""/>
          <p:cNvCxnSpPr>
            <a:stCxn xmlns:a="http://schemas.openxmlformats.org/drawingml/2006/main" id="188" idx="1"/>
            <a:endCxn xmlns:a="http://schemas.openxmlformats.org/drawingml/2006/main" id="189" idx="3"/>
          </p:cNvCxnSpPr>
          <p:nvPr/>
        </p:nvCxnSpPr>
        <p:spPr>
          <a:xfrm xmlns:a="http://schemas.openxmlformats.org/drawingml/2006/main" flipH="1">
            <a:off x="7486650" y="3195638"/>
            <a:ext cx="21050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191" name="text-190">
            <a:extLst xmlns:a="http://schemas.openxmlformats.org/drawingml/2006/main">
              <a:ext uri="{FF2B5EF4-FFF2-40B4-BE49-F238E27FC236}">
                <a16:creationId xmlns:a16="http://schemas.microsoft.com/office/drawing/2014/main" id="{9812843E-3487-4F9A-88D0-1833CF05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3147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MCP</a:t>
            </a:r>
          </a:p>
        </p:txBody>
      </p:sp>
      <p:sp>
        <p:nvSpPr>
          <p:cNvPr id="192" name="text-191">
            <a:extLst xmlns:a="http://schemas.openxmlformats.org/drawingml/2006/main">
              <a:ext uri="{FF2B5EF4-FFF2-40B4-BE49-F238E27FC236}">
                <a16:creationId xmlns:a16="http://schemas.microsoft.com/office/drawing/2014/main" id="{230EF1DE-EE45-4DBA-99A9-07B8A686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695825"/>
            <a:ext cx="347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rPr>
              <a:t>实线：业务调用    虚线：沙箱创建</a:t>
            </a:r>
          </a:p>
        </p:txBody>
      </p:sp>
      <p:sp>
        <p:nvSpPr>
          <p:cNvPr id="193" name="line-192">
            <a:extLst xmlns:a="http://schemas.openxmlformats.org/drawingml/2006/main">
              <a:ext uri="{FF2B5EF4-FFF2-40B4-BE49-F238E27FC236}">
                <a16:creationId xmlns:a16="http://schemas.microsoft.com/office/drawing/2014/main" id="{B320BD2D-4A50-4677-AF94-BBD64EAE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95875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9CEE5"/>
            </a:solidFill>
            <a:prstDash val="solid"/>
          </a:ln>
        </p:spPr>
      </p:sp>
      <p:sp>
        <p:nvSpPr>
          <p:cNvPr id="194" name="text-193">
            <a:extLst xmlns:a="http://schemas.openxmlformats.org/drawingml/2006/main">
              <a:ext uri="{FF2B5EF4-FFF2-40B4-BE49-F238E27FC236}">
                <a16:creationId xmlns:a16="http://schemas.microsoft.com/office/drawing/2014/main" id="{92362278-948D-4690-A612-1735E9B4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0065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部署与切换</a:t>
            </a:r>
          </a:p>
        </p:txBody>
      </p:sp>
      <p:sp>
        <p:nvSpPr>
          <p:cNvPr id="195" name="text-194">
            <a:extLst xmlns:a="http://schemas.openxmlformats.org/drawingml/2006/main">
              <a:ext uri="{FF2B5EF4-FFF2-40B4-BE49-F238E27FC236}">
                <a16:creationId xmlns:a16="http://schemas.microsoft.com/office/drawing/2014/main" id="{50FBFBD7-976B-486B-8FE9-F4CFDB99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238750"/>
            <a:ext cx="628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rPr>
              <a:t>完整部署与独立逃生集群分开运行</a:t>
            </a:r>
          </a:p>
        </p:txBody>
      </p:sp>
      <p:sp>
        <p:nvSpPr>
          <p:cNvPr id="196" name="shape-195">
            <a:extLst xmlns:a="http://schemas.openxmlformats.org/drawingml/2006/main">
              <a:ext uri="{FF2B5EF4-FFF2-40B4-BE49-F238E27FC236}">
                <a16:creationId xmlns:a16="http://schemas.microsoft.com/office/drawing/2014/main" id="{84BBE423-233D-475F-9241-20490E2F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629275"/>
            <a:ext cx="693420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E"/>
          </a:solidFill>
          <a:ln xmlns:a="http://schemas.openxmlformats.org/drawingml/2006/main" w="11906">
            <a:solidFill>
              <a:srgbClr val="B9CEE5"/>
            </a:solidFill>
          </a:ln>
        </p:spPr>
      </p:sp>
      <p:sp>
        <p:nvSpPr>
          <p:cNvPr id="197" name="text-196">
            <a:extLst xmlns:a="http://schemas.openxmlformats.org/drawingml/2006/main">
              <a:ext uri="{FF2B5EF4-FFF2-40B4-BE49-F238E27FC236}">
                <a16:creationId xmlns:a16="http://schemas.microsoft.com/office/drawing/2014/main" id="{4059E8F8-A0A8-4F2B-8964-B5A182F5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2457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KWE 主区域</a:t>
            </a:r>
          </a:p>
        </p:txBody>
      </p:sp>
      <p:sp>
        <p:nvSpPr>
          <p:cNvPr id="198" name="text-197">
            <a:extLst xmlns:a="http://schemas.openxmlformats.org/drawingml/2006/main">
              <a:ext uri="{FF2B5EF4-FFF2-40B4-BE49-F238E27FC236}">
                <a16:creationId xmlns:a16="http://schemas.microsoft.com/office/drawing/2014/main" id="{71248E9D-1311-4B88-A444-A3923D0B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24575"/>
            <a:ext cx="2695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正式集群</a:t>
            </a:r>
          </a:p>
        </p:txBody>
      </p:sp>
      <p:sp>
        <p:nvSpPr>
          <p:cNvPr id="199" name="glyph-roundRect-198">
            <a:extLst xmlns:a="http://schemas.openxmlformats.org/drawingml/2006/main">
              <a:ext uri="{FF2B5EF4-FFF2-40B4-BE49-F238E27FC236}">
                <a16:creationId xmlns:a16="http://schemas.microsoft.com/office/drawing/2014/main" id="{30C02008-74A3-482C-AE15-9C3CA6C7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14325" cy="3524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3F7FD"/>
          </a:solidFill>
          <a:ln xmlns:a="http://schemas.openxmlformats.org/drawingml/2006/main" w="15240">
            <a:solidFill>
              <a:srgbClr val="163A63"/>
            </a:solidFill>
          </a:ln>
        </p:spPr>
      </p:sp>
      <p:sp>
        <p:nvSpPr>
          <p:cNvPr id="200" name="glyph-rect-199">
            <a:extLst xmlns:a="http://schemas.openxmlformats.org/drawingml/2006/main">
              <a:ext uri="{FF2B5EF4-FFF2-40B4-BE49-F238E27FC236}">
                <a16:creationId xmlns:a16="http://schemas.microsoft.com/office/drawing/2014/main" id="{4ECD6C22-CB10-4669-B12B-A33BDAFD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19" y="6545389"/>
            <a:ext cx="238887" cy="56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201" name="glyph-ellipse-200">
            <a:extLst xmlns:a="http://schemas.openxmlformats.org/drawingml/2006/main">
              <a:ext uri="{FF2B5EF4-FFF2-40B4-BE49-F238E27FC236}">
                <a16:creationId xmlns:a16="http://schemas.microsoft.com/office/drawing/2014/main" id="{2D7E2E52-CAC2-4589-A560-16FF99C3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" y="6563011"/>
            <a:ext cx="17288" cy="17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202" name="line-201">
            <a:extLst xmlns:a="http://schemas.openxmlformats.org/drawingml/2006/main">
              <a:ext uri="{FF2B5EF4-FFF2-40B4-BE49-F238E27FC236}">
                <a16:creationId xmlns:a16="http://schemas.microsoft.com/office/drawing/2014/main" id="{B7AE5B1F-DA24-436A-BED7-607EC660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960" y="6573584"/>
            <a:ext cx="1037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203" name="glyph-rect-202">
            <a:extLst xmlns:a="http://schemas.openxmlformats.org/drawingml/2006/main">
              <a:ext uri="{FF2B5EF4-FFF2-40B4-BE49-F238E27FC236}">
                <a16:creationId xmlns:a16="http://schemas.microsoft.com/office/drawing/2014/main" id="{57A40874-4A0A-4BD9-B73A-7B326C42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19" y="6633496"/>
            <a:ext cx="238887" cy="56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204" name="glyph-ellipse-203">
            <a:extLst xmlns:a="http://schemas.openxmlformats.org/drawingml/2006/main">
              <a:ext uri="{FF2B5EF4-FFF2-40B4-BE49-F238E27FC236}">
                <a16:creationId xmlns:a16="http://schemas.microsoft.com/office/drawing/2014/main" id="{7BBB972E-B0EC-4ADD-8547-0F0055CA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" y="6651117"/>
            <a:ext cx="17288" cy="17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205" name="line-204">
            <a:extLst xmlns:a="http://schemas.openxmlformats.org/drawingml/2006/main">
              <a:ext uri="{FF2B5EF4-FFF2-40B4-BE49-F238E27FC236}">
                <a16:creationId xmlns:a16="http://schemas.microsoft.com/office/drawing/2014/main" id="{D389B016-2089-4A52-9F47-60AD3949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960" y="6661690"/>
            <a:ext cx="1037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206" name="glyph-rect-205">
            <a:extLst xmlns:a="http://schemas.openxmlformats.org/drawingml/2006/main">
              <a:ext uri="{FF2B5EF4-FFF2-40B4-BE49-F238E27FC236}">
                <a16:creationId xmlns:a16="http://schemas.microsoft.com/office/drawing/2014/main" id="{C0C4102F-F193-4457-AA72-B91BFBA3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19" y="6721602"/>
            <a:ext cx="238887" cy="56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207" name="glyph-ellipse-206">
            <a:extLst xmlns:a="http://schemas.openxmlformats.org/drawingml/2006/main">
              <a:ext uri="{FF2B5EF4-FFF2-40B4-BE49-F238E27FC236}">
                <a16:creationId xmlns:a16="http://schemas.microsoft.com/office/drawing/2014/main" id="{FC1231DF-B47B-4A86-A0B5-0C86A65D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" y="6739223"/>
            <a:ext cx="17288" cy="17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208" name="line-207">
            <a:extLst xmlns:a="http://schemas.openxmlformats.org/drawingml/2006/main">
              <a:ext uri="{FF2B5EF4-FFF2-40B4-BE49-F238E27FC236}">
                <a16:creationId xmlns:a16="http://schemas.microsoft.com/office/drawing/2014/main" id="{DA33FDB7-209B-4456-99CF-59794185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960" y="6749796"/>
            <a:ext cx="1037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209" name="text-208">
            <a:extLst xmlns:a="http://schemas.openxmlformats.org/drawingml/2006/main">
              <a:ext uri="{FF2B5EF4-FFF2-40B4-BE49-F238E27FC236}">
                <a16:creationId xmlns:a16="http://schemas.microsoft.com/office/drawing/2014/main" id="{57F18DE4-8761-4708-B8BB-05EC1905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38900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ALB / gateway / ADS完整服务</a:t>
            </a:r>
          </a:p>
        </p:txBody>
      </p:sp>
      <p:sp>
        <p:nvSpPr>
          <p:cNvPr id="210" name="text-209">
            <a:extLst xmlns:a="http://schemas.openxmlformats.org/drawingml/2006/main">
              <a:ext uri="{FF2B5EF4-FFF2-40B4-BE49-F238E27FC236}">
                <a16:creationId xmlns:a16="http://schemas.microsoft.com/office/drawing/2014/main" id="{0151895F-E49E-4F52-8306-54F95C91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705600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Chat / tool / agent / admin / Relay</a:t>
            </a:r>
          </a:p>
        </p:txBody>
      </p:sp>
      <p:sp>
        <p:nvSpPr>
          <p:cNvPr id="211" name="text-210">
            <a:extLst xmlns:a="http://schemas.openxmlformats.org/drawingml/2006/main">
              <a:ext uri="{FF2B5EF4-FFF2-40B4-BE49-F238E27FC236}">
                <a16:creationId xmlns:a16="http://schemas.microsoft.com/office/drawing/2014/main" id="{49909D3A-5882-4168-94D0-F58EBDF5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8182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rPr>
              <a:t>含沙箱调度器，LF沙箱独立部署</a:t>
            </a:r>
          </a:p>
        </p:txBody>
      </p:sp>
      <p:sp>
        <p:nvSpPr>
          <p:cNvPr id="212" name="line-211">
            <a:extLst xmlns:a="http://schemas.openxmlformats.org/drawingml/2006/main">
              <a:ext uri="{FF2B5EF4-FFF2-40B4-BE49-F238E27FC236}">
                <a16:creationId xmlns:a16="http://schemas.microsoft.com/office/drawing/2014/main" id="{32D6BA80-2F25-4B7A-9419-D805D769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6096000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9CEE5"/>
            </a:solidFill>
            <a:prstDash val="solid"/>
          </a:ln>
        </p:spPr>
      </p:sp>
      <p:sp>
        <p:nvSpPr>
          <p:cNvPr id="213" name="text-212">
            <a:extLst xmlns:a="http://schemas.openxmlformats.org/drawingml/2006/main">
              <a:ext uri="{FF2B5EF4-FFF2-40B4-BE49-F238E27FC236}">
                <a16:creationId xmlns:a16="http://schemas.microsoft.com/office/drawing/2014/main" id="{1804D6EE-8347-449B-A7EA-2A383F47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6124575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逃生集群（仅两个服务）</a:t>
            </a:r>
          </a:p>
        </p:txBody>
      </p:sp>
      <p:sp>
        <p:nvSpPr>
          <p:cNvPr id="214" name="glyph-roundRect-213">
            <a:extLst xmlns:a="http://schemas.openxmlformats.org/drawingml/2006/main">
              <a:ext uri="{FF2B5EF4-FFF2-40B4-BE49-F238E27FC236}">
                <a16:creationId xmlns:a16="http://schemas.microsoft.com/office/drawing/2014/main" id="{8931AD3E-85B5-4226-8266-AA44FC9D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524625"/>
            <a:ext cx="285750" cy="3143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3F7FD"/>
          </a:solidFill>
          <a:ln xmlns:a="http://schemas.openxmlformats.org/drawingml/2006/main" w="15240">
            <a:solidFill>
              <a:srgbClr val="163A63"/>
            </a:solidFill>
          </a:ln>
        </p:spPr>
      </p:sp>
      <p:sp>
        <p:nvSpPr>
          <p:cNvPr id="215" name="glyph-rect-214">
            <a:extLst xmlns:a="http://schemas.openxmlformats.org/drawingml/2006/main">
              <a:ext uri="{FF2B5EF4-FFF2-40B4-BE49-F238E27FC236}">
                <a16:creationId xmlns:a16="http://schemas.microsoft.com/office/drawing/2014/main" id="{657CFAF1-E9B5-4BCE-BD08-96924AE7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265" y="6568631"/>
            <a:ext cx="21717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216" name="glyph-ellipse-215">
            <a:extLst xmlns:a="http://schemas.openxmlformats.org/drawingml/2006/main">
              <a:ext uri="{FF2B5EF4-FFF2-40B4-BE49-F238E27FC236}">
                <a16:creationId xmlns:a16="http://schemas.microsoft.com/office/drawing/2014/main" id="{0F4A1B9D-5935-405A-B4CA-ED71EA05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584347"/>
            <a:ext cx="15716" cy="157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217" name="line-216">
            <a:extLst xmlns:a="http://schemas.openxmlformats.org/drawingml/2006/main">
              <a:ext uri="{FF2B5EF4-FFF2-40B4-BE49-F238E27FC236}">
                <a16:creationId xmlns:a16="http://schemas.microsoft.com/office/drawing/2014/main" id="{AF1B9DEA-9C1B-45FF-915D-4DC7DCDE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848" y="6593777"/>
            <a:ext cx="9429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218" name="glyph-rect-217">
            <a:extLst xmlns:a="http://schemas.openxmlformats.org/drawingml/2006/main">
              <a:ext uri="{FF2B5EF4-FFF2-40B4-BE49-F238E27FC236}">
                <a16:creationId xmlns:a16="http://schemas.microsoft.com/office/drawing/2014/main" id="{17A18060-CE77-49CE-A369-BA8B2181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265" y="6647212"/>
            <a:ext cx="21717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219" name="glyph-ellipse-218">
            <a:extLst xmlns:a="http://schemas.openxmlformats.org/drawingml/2006/main">
              <a:ext uri="{FF2B5EF4-FFF2-40B4-BE49-F238E27FC236}">
                <a16:creationId xmlns:a16="http://schemas.microsoft.com/office/drawing/2014/main" id="{10690F31-2057-493C-9F57-21FF63ED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662928"/>
            <a:ext cx="15716" cy="157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220" name="line-219">
            <a:extLst xmlns:a="http://schemas.openxmlformats.org/drawingml/2006/main">
              <a:ext uri="{FF2B5EF4-FFF2-40B4-BE49-F238E27FC236}">
                <a16:creationId xmlns:a16="http://schemas.microsoft.com/office/drawing/2014/main" id="{E86BAB08-A277-4288-BB99-072AD054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848" y="6672358"/>
            <a:ext cx="9429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221" name="glyph-rect-220">
            <a:extLst xmlns:a="http://schemas.openxmlformats.org/drawingml/2006/main">
              <a:ext uri="{FF2B5EF4-FFF2-40B4-BE49-F238E27FC236}">
                <a16:creationId xmlns:a16="http://schemas.microsoft.com/office/drawing/2014/main" id="{3E328EB7-4CA5-4F5D-8EF9-33F3985E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265" y="6725793"/>
            <a:ext cx="21717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222" name="glyph-ellipse-221">
            <a:extLst xmlns:a="http://schemas.openxmlformats.org/drawingml/2006/main">
              <a:ext uri="{FF2B5EF4-FFF2-40B4-BE49-F238E27FC236}">
                <a16:creationId xmlns:a16="http://schemas.microsoft.com/office/drawing/2014/main" id="{C1F25ED8-299B-49CE-9AB3-B60AFFDD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741509"/>
            <a:ext cx="15716" cy="157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223" name="line-222">
            <a:extLst xmlns:a="http://schemas.openxmlformats.org/drawingml/2006/main">
              <a:ext uri="{FF2B5EF4-FFF2-40B4-BE49-F238E27FC236}">
                <a16:creationId xmlns:a16="http://schemas.microsoft.com/office/drawing/2014/main" id="{FCEF1195-90D0-406D-A807-502D5167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848" y="6750939"/>
            <a:ext cx="9429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224" name="glyph-roundRect-223">
            <a:extLst xmlns:a="http://schemas.openxmlformats.org/drawingml/2006/main">
              <a:ext uri="{FF2B5EF4-FFF2-40B4-BE49-F238E27FC236}">
                <a16:creationId xmlns:a16="http://schemas.microsoft.com/office/drawing/2014/main" id="{9F618361-7F6E-4F20-AB71-9700D811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6524625"/>
            <a:ext cx="285750" cy="3143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3F7FD"/>
          </a:solidFill>
          <a:ln xmlns:a="http://schemas.openxmlformats.org/drawingml/2006/main" w="15240">
            <a:solidFill>
              <a:srgbClr val="163A63"/>
            </a:solidFill>
          </a:ln>
        </p:spPr>
      </p:sp>
      <p:sp>
        <p:nvSpPr>
          <p:cNvPr id="225" name="glyph-rect-224">
            <a:extLst xmlns:a="http://schemas.openxmlformats.org/drawingml/2006/main">
              <a:ext uri="{FF2B5EF4-FFF2-40B4-BE49-F238E27FC236}">
                <a16:creationId xmlns:a16="http://schemas.microsoft.com/office/drawing/2014/main" id="{B6082630-260A-4984-ACC1-C63E1F91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765" y="6568631"/>
            <a:ext cx="21717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226" name="glyph-ellipse-225">
            <a:extLst xmlns:a="http://schemas.openxmlformats.org/drawingml/2006/main">
              <a:ext uri="{FF2B5EF4-FFF2-40B4-BE49-F238E27FC236}">
                <a16:creationId xmlns:a16="http://schemas.microsoft.com/office/drawing/2014/main" id="{40312CD7-BDB3-499E-9BCD-89870C75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584347"/>
            <a:ext cx="15716" cy="157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227" name="line-226">
            <a:extLst xmlns:a="http://schemas.openxmlformats.org/drawingml/2006/main">
              <a:ext uri="{FF2B5EF4-FFF2-40B4-BE49-F238E27FC236}">
                <a16:creationId xmlns:a16="http://schemas.microsoft.com/office/drawing/2014/main" id="{92356F66-143A-44FB-83FB-05791278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0348" y="6593777"/>
            <a:ext cx="9429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228" name="glyph-rect-227">
            <a:extLst xmlns:a="http://schemas.openxmlformats.org/drawingml/2006/main">
              <a:ext uri="{FF2B5EF4-FFF2-40B4-BE49-F238E27FC236}">
                <a16:creationId xmlns:a16="http://schemas.microsoft.com/office/drawing/2014/main" id="{E19DEB32-04FF-41D7-838D-65160F9B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765" y="6647212"/>
            <a:ext cx="21717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229" name="glyph-ellipse-228">
            <a:extLst xmlns:a="http://schemas.openxmlformats.org/drawingml/2006/main">
              <a:ext uri="{FF2B5EF4-FFF2-40B4-BE49-F238E27FC236}">
                <a16:creationId xmlns:a16="http://schemas.microsoft.com/office/drawing/2014/main" id="{E8103816-9BE1-4DD9-9818-C288B994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662928"/>
            <a:ext cx="15716" cy="157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230" name="line-229">
            <a:extLst xmlns:a="http://schemas.openxmlformats.org/drawingml/2006/main">
              <a:ext uri="{FF2B5EF4-FFF2-40B4-BE49-F238E27FC236}">
                <a16:creationId xmlns:a16="http://schemas.microsoft.com/office/drawing/2014/main" id="{6B748D70-37A1-4FB9-86C1-67C113ED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0348" y="6672358"/>
            <a:ext cx="9429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231" name="glyph-rect-230">
            <a:extLst xmlns:a="http://schemas.openxmlformats.org/drawingml/2006/main">
              <a:ext uri="{FF2B5EF4-FFF2-40B4-BE49-F238E27FC236}">
                <a16:creationId xmlns:a16="http://schemas.microsoft.com/office/drawing/2014/main" id="{3E7320D7-E0BA-4A39-B435-8C9C3BC1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765" y="6725793"/>
            <a:ext cx="21717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232" name="glyph-ellipse-231">
            <a:extLst xmlns:a="http://schemas.openxmlformats.org/drawingml/2006/main">
              <a:ext uri="{FF2B5EF4-FFF2-40B4-BE49-F238E27FC236}">
                <a16:creationId xmlns:a16="http://schemas.microsoft.com/office/drawing/2014/main" id="{F463A98C-10AD-4EEA-A7FA-23F004FC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741509"/>
            <a:ext cx="15716" cy="157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233" name="line-232">
            <a:extLst xmlns:a="http://schemas.openxmlformats.org/drawingml/2006/main">
              <a:ext uri="{FF2B5EF4-FFF2-40B4-BE49-F238E27FC236}">
                <a16:creationId xmlns:a16="http://schemas.microsoft.com/office/drawing/2014/main" id="{483A7FB3-785A-4A55-9E46-869D049F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0348" y="6750939"/>
            <a:ext cx="9429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234" name="text-233">
            <a:extLst xmlns:a="http://schemas.openxmlformats.org/drawingml/2006/main">
              <a:ext uri="{FF2B5EF4-FFF2-40B4-BE49-F238E27FC236}">
                <a16:creationId xmlns:a16="http://schemas.microsoft.com/office/drawing/2014/main" id="{B47815CC-78EF-40F5-88EC-32AEEF68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87705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ChatService</a:t>
            </a:r>
          </a:p>
        </p:txBody>
      </p:sp>
      <p:sp>
        <p:nvSpPr>
          <p:cNvPr id="235" name="text-234">
            <a:extLst xmlns:a="http://schemas.openxmlformats.org/drawingml/2006/main">
              <a:ext uri="{FF2B5EF4-FFF2-40B4-BE49-F238E27FC236}">
                <a16:creationId xmlns:a16="http://schemas.microsoft.com/office/drawing/2014/main" id="{73F47583-3F7A-41CE-A6C7-674E4C66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687705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toolService</a:t>
            </a:r>
          </a:p>
        </p:txBody>
      </p:sp>
      <p:sp>
        <p:nvSpPr>
          <p:cNvPr id="236" name="shape-235">
            <a:extLst xmlns:a="http://schemas.openxmlformats.org/drawingml/2006/main">
              <a:ext uri="{FF2B5EF4-FFF2-40B4-BE49-F238E27FC236}">
                <a16:creationId xmlns:a16="http://schemas.microsoft.com/office/drawing/2014/main" id="{7E709E72-BE82-4282-910C-A80850B2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66770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237" name="shape-236">
            <a:extLst xmlns:a="http://schemas.openxmlformats.org/drawingml/2006/main">
              <a:ext uri="{FF2B5EF4-FFF2-40B4-BE49-F238E27FC236}">
                <a16:creationId xmlns:a16="http://schemas.microsoft.com/office/drawing/2014/main" id="{E1F6E84E-5D1D-423E-9375-E1B52D5D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66770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531" name=""/>
          <p:cNvCxnSpPr>
            <a:stCxn xmlns:a="http://schemas.openxmlformats.org/drawingml/2006/main" id="236" idx="3"/>
            <a:endCxn xmlns:a="http://schemas.openxmlformats.org/drawingml/2006/main" id="237" idx="1"/>
          </p:cNvCxnSpPr>
          <p:nvPr/>
        </p:nvCxnSpPr>
        <p:spPr>
          <a:xfrm xmlns:a="http://schemas.openxmlformats.org/drawingml/2006/main">
            <a:off x="5048250" y="6681788"/>
            <a:ext cx="14192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239" name="text-238">
            <a:extLst xmlns:a="http://schemas.openxmlformats.org/drawingml/2006/main">
              <a:ext uri="{FF2B5EF4-FFF2-40B4-BE49-F238E27FC236}">
                <a16:creationId xmlns:a16="http://schemas.microsoft.com/office/drawing/2014/main" id="{FEE5CE1F-7F91-46DB-BA15-82D1BC57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7181850"/>
            <a:ext cx="2581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VIP / 关键Agent应用</a:t>
            </a:r>
          </a:p>
        </p:txBody>
      </p:sp>
      <p:sp>
        <p:nvSpPr>
          <p:cNvPr id="240" name="text-239">
            <a:extLst xmlns:a="http://schemas.openxmlformats.org/drawingml/2006/main">
              <a:ext uri="{FF2B5EF4-FFF2-40B4-BE49-F238E27FC236}">
                <a16:creationId xmlns:a16="http://schemas.microsoft.com/office/drawing/2014/main" id="{105B8E1B-E28F-49C1-A986-50BC732F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7448550"/>
            <a:ext cx="27717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rPr>
              <a:t>复用KWE intentService / MaaS</a:t>
            </a:r>
          </a:p>
        </p:txBody>
      </p:sp>
      <p:sp>
        <p:nvSpPr>
          <p:cNvPr id="241" name="shape-240">
            <a:extLst xmlns:a="http://schemas.openxmlformats.org/drawingml/2006/main">
              <a:ext uri="{FF2B5EF4-FFF2-40B4-BE49-F238E27FC236}">
                <a16:creationId xmlns:a16="http://schemas.microsoft.com/office/drawing/2014/main" id="{4E2739C7-714A-4128-BBEE-82691FD3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629275"/>
            <a:ext cx="3305175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CEE5"/>
            </a:solidFill>
          </a:ln>
        </p:spPr>
      </p:sp>
      <p:sp>
        <p:nvSpPr>
          <p:cNvPr id="242" name="text-241">
            <a:extLst xmlns:a="http://schemas.openxmlformats.org/drawingml/2006/main">
              <a:ext uri="{FF2B5EF4-FFF2-40B4-BE49-F238E27FC236}">
                <a16:creationId xmlns:a16="http://schemas.microsoft.com/office/drawing/2014/main" id="{EAAF568F-5A42-4DE9-8439-6BAD241D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715000"/>
            <a:ext cx="300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UCB 容灾区域</a:t>
            </a:r>
          </a:p>
        </p:txBody>
      </p:sp>
      <p:sp>
        <p:nvSpPr>
          <p:cNvPr id="243" name="text-242">
            <a:extLst xmlns:a="http://schemas.openxmlformats.org/drawingml/2006/main">
              <a:ext uri="{FF2B5EF4-FFF2-40B4-BE49-F238E27FC236}">
                <a16:creationId xmlns:a16="http://schemas.microsoft.com/office/drawing/2014/main" id="{75C4F740-C211-4527-BCBF-51EE4F42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6124575"/>
            <a:ext cx="2867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预部署完整服务</a:t>
            </a:r>
          </a:p>
        </p:txBody>
      </p:sp>
      <p:sp>
        <p:nvSpPr>
          <p:cNvPr id="244" name="glyph-roundRect-243">
            <a:extLst xmlns:a="http://schemas.openxmlformats.org/drawingml/2006/main">
              <a:ext uri="{FF2B5EF4-FFF2-40B4-BE49-F238E27FC236}">
                <a16:creationId xmlns:a16="http://schemas.microsoft.com/office/drawing/2014/main" id="{F94A7925-D2FB-42BD-AED5-8A70504D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05575"/>
            <a:ext cx="314325" cy="3524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3F7FD"/>
          </a:solidFill>
          <a:ln xmlns:a="http://schemas.openxmlformats.org/drawingml/2006/main" w="15240">
            <a:solidFill>
              <a:srgbClr val="163A63"/>
            </a:solidFill>
          </a:ln>
        </p:spPr>
      </p:sp>
      <p:sp>
        <p:nvSpPr>
          <p:cNvPr id="245" name="glyph-rect-244">
            <a:extLst xmlns:a="http://schemas.openxmlformats.org/drawingml/2006/main">
              <a:ext uri="{FF2B5EF4-FFF2-40B4-BE49-F238E27FC236}">
                <a16:creationId xmlns:a16="http://schemas.microsoft.com/office/drawing/2014/main" id="{232D223B-E1E4-470D-AE9A-3F309A87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3969" y="6554914"/>
            <a:ext cx="238887" cy="56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246" name="glyph-ellipse-245">
            <a:extLst xmlns:a="http://schemas.openxmlformats.org/drawingml/2006/main">
              <a:ext uri="{FF2B5EF4-FFF2-40B4-BE49-F238E27FC236}">
                <a16:creationId xmlns:a16="http://schemas.microsoft.com/office/drawing/2014/main" id="{5A214432-850D-4FEC-B8EE-C1B84033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6572536"/>
            <a:ext cx="17288" cy="17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247" name="line-246">
            <a:extLst xmlns:a="http://schemas.openxmlformats.org/drawingml/2006/main">
              <a:ext uri="{FF2B5EF4-FFF2-40B4-BE49-F238E27FC236}">
                <a16:creationId xmlns:a16="http://schemas.microsoft.com/office/drawing/2014/main" id="{4B5B4637-81C9-4C03-B6A9-0AE8E300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410" y="6583109"/>
            <a:ext cx="1037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248" name="glyph-rect-247">
            <a:extLst xmlns:a="http://schemas.openxmlformats.org/drawingml/2006/main">
              <a:ext uri="{FF2B5EF4-FFF2-40B4-BE49-F238E27FC236}">
                <a16:creationId xmlns:a16="http://schemas.microsoft.com/office/drawing/2014/main" id="{D56BFBCF-A1CC-4D3C-8308-47E18CD8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3969" y="6643021"/>
            <a:ext cx="238887" cy="56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249" name="glyph-ellipse-248">
            <a:extLst xmlns:a="http://schemas.openxmlformats.org/drawingml/2006/main">
              <a:ext uri="{FF2B5EF4-FFF2-40B4-BE49-F238E27FC236}">
                <a16:creationId xmlns:a16="http://schemas.microsoft.com/office/drawing/2014/main" id="{96EB1604-9EEF-40DC-82F1-851CA871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6660642"/>
            <a:ext cx="17288" cy="17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250" name="line-249">
            <a:extLst xmlns:a="http://schemas.openxmlformats.org/drawingml/2006/main">
              <a:ext uri="{FF2B5EF4-FFF2-40B4-BE49-F238E27FC236}">
                <a16:creationId xmlns:a16="http://schemas.microsoft.com/office/drawing/2014/main" id="{B6BAF13C-4B5B-48ED-BCAA-98EB7118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410" y="6671215"/>
            <a:ext cx="1037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251" name="glyph-rect-250">
            <a:extLst xmlns:a="http://schemas.openxmlformats.org/drawingml/2006/main">
              <a:ext uri="{FF2B5EF4-FFF2-40B4-BE49-F238E27FC236}">
                <a16:creationId xmlns:a16="http://schemas.microsoft.com/office/drawing/2014/main" id="{935AD715-9BBE-4E2D-BD90-E2166AC5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3969" y="6731127"/>
            <a:ext cx="238887" cy="56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252" name="glyph-ellipse-251">
            <a:extLst xmlns:a="http://schemas.openxmlformats.org/drawingml/2006/main">
              <a:ext uri="{FF2B5EF4-FFF2-40B4-BE49-F238E27FC236}">
                <a16:creationId xmlns:a16="http://schemas.microsoft.com/office/drawing/2014/main" id="{FDFB7D1F-F3C4-490E-BDC4-69EC47E7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15" y="6748748"/>
            <a:ext cx="17288" cy="17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253" name="line-252">
            <a:extLst xmlns:a="http://schemas.openxmlformats.org/drawingml/2006/main">
              <a:ext uri="{FF2B5EF4-FFF2-40B4-BE49-F238E27FC236}">
                <a16:creationId xmlns:a16="http://schemas.microsoft.com/office/drawing/2014/main" id="{DC0BA2A1-F038-4E04-B0F8-B4AB3DCD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410" y="6759321"/>
            <a:ext cx="1037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254" name="text-253">
            <a:extLst xmlns:a="http://schemas.openxmlformats.org/drawingml/2006/main">
              <a:ext uri="{FF2B5EF4-FFF2-40B4-BE49-F238E27FC236}">
                <a16:creationId xmlns:a16="http://schemas.microsoft.com/office/drawing/2014/main" id="{216B998F-7BEC-4848-8CF7-16487FAF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438900"/>
            <a:ext cx="2552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独立ALB / gateway / ADS</a:t>
            </a:r>
          </a:p>
        </p:txBody>
      </p:sp>
      <p:sp>
        <p:nvSpPr>
          <p:cNvPr id="255" name="text-254">
            <a:extLst xmlns:a="http://schemas.openxmlformats.org/drawingml/2006/main">
              <a:ext uri="{FF2B5EF4-FFF2-40B4-BE49-F238E27FC236}">
                <a16:creationId xmlns:a16="http://schemas.microsoft.com/office/drawing/2014/main" id="{BF7B0214-3EA8-4A5E-92FD-5AD49A9C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715125"/>
            <a:ext cx="2552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与KWE正式集群同等服务</a:t>
            </a:r>
          </a:p>
        </p:txBody>
      </p:sp>
      <p:sp>
        <p:nvSpPr>
          <p:cNvPr id="256" name="text-255">
            <a:extLst xmlns:a="http://schemas.openxmlformats.org/drawingml/2006/main">
              <a:ext uri="{FF2B5EF4-FFF2-40B4-BE49-F238E27FC236}">
                <a16:creationId xmlns:a16="http://schemas.microsoft.com/office/drawing/2014/main" id="{9CEF46F9-2EB1-4253-AB82-84B6E4E6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7058025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备用时关闭业务写入和任务执行</a:t>
            </a:r>
          </a:p>
        </p:txBody>
      </p:sp>
      <p:sp>
        <p:nvSpPr>
          <p:cNvPr id="257" name="text-256">
            <a:extLst xmlns:a="http://schemas.openxmlformats.org/drawingml/2006/main">
              <a:ext uri="{FF2B5EF4-FFF2-40B4-BE49-F238E27FC236}">
                <a16:creationId xmlns:a16="http://schemas.microsoft.com/office/drawing/2014/main" id="{8EDFD0D2-95AB-4223-A4A5-C69EF039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7381875"/>
            <a:ext cx="2962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rPr>
              <a:t>LF / 外部依赖可用性待验证</a:t>
            </a:r>
          </a:p>
        </p:txBody>
      </p:sp>
      <p:sp>
        <p:nvSpPr>
          <p:cNvPr id="258" name="shape-257">
            <a:extLst xmlns:a="http://schemas.openxmlformats.org/drawingml/2006/main">
              <a:ext uri="{FF2B5EF4-FFF2-40B4-BE49-F238E27FC236}">
                <a16:creationId xmlns:a16="http://schemas.microsoft.com/office/drawing/2014/main" id="{94D1412B-1BC7-474D-88B1-7E4F2CAB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857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259" name="shape-258">
            <a:extLst xmlns:a="http://schemas.openxmlformats.org/drawingml/2006/main">
              <a:ext uri="{FF2B5EF4-FFF2-40B4-BE49-F238E27FC236}">
                <a16:creationId xmlns:a16="http://schemas.microsoft.com/office/drawing/2014/main" id="{C10EB87B-6E5C-4550-B995-4B668160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5857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553" name=""/>
          <p:cNvCxnSpPr>
            <a:stCxn xmlns:a="http://schemas.openxmlformats.org/drawingml/2006/main" id="258" idx="3"/>
            <a:endCxn xmlns:a="http://schemas.openxmlformats.org/drawingml/2006/main" id="259" idx="1"/>
          </p:cNvCxnSpPr>
          <p:nvPr/>
        </p:nvCxnSpPr>
        <p:spPr>
          <a:xfrm xmlns:a="http://schemas.openxmlformats.org/drawingml/2006/main">
            <a:off x="7439025" y="586263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dash"/>
            <a:tailEnd type="triangle" w="sm" len="sm"/>
          </a:ln>
        </p:spPr>
      </p:cxnSp>
      <p:sp>
        <p:nvSpPr>
          <p:cNvPr id="261" name="text-260">
            <a:extLst xmlns:a="http://schemas.openxmlformats.org/drawingml/2006/main">
              <a:ext uri="{FF2B5EF4-FFF2-40B4-BE49-F238E27FC236}">
                <a16:creationId xmlns:a16="http://schemas.microsoft.com/office/drawing/2014/main" id="{5D9E2286-3425-4947-934B-CEC90520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019800"/>
            <a:ext cx="466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入口</a:t>
            </a:r>
          </a:p>
          <a:p xmlns:a="http://schemas.openxmlformats.org/drawingml/2006/main">
            <a:pPr algn="ctr">
              <a:defRPr sz="1275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切换</a:t>
            </a:r>
          </a:p>
        </p:txBody>
      </p:sp>
      <p:sp>
        <p:nvSpPr>
          <p:cNvPr id="262" name="glyph-can-261">
            <a:extLst xmlns:a="http://schemas.openxmlformats.org/drawingml/2006/main">
              <a:ext uri="{FF2B5EF4-FFF2-40B4-BE49-F238E27FC236}">
                <a16:creationId xmlns:a16="http://schemas.microsoft.com/office/drawing/2014/main" id="{C1A7C38A-3C12-4D71-A16A-CDD08ABE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724775"/>
            <a:ext cx="352425" cy="4000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6193">
            <a:solidFill>
              <a:srgbClr val="416FA8"/>
            </a:solidFill>
          </a:ln>
        </p:spPr>
      </p:sp>
      <p:sp>
        <p:nvSpPr>
          <p:cNvPr id="263" name="glyph-can-262">
            <a:extLst xmlns:a="http://schemas.openxmlformats.org/drawingml/2006/main">
              <a:ext uri="{FF2B5EF4-FFF2-40B4-BE49-F238E27FC236}">
                <a16:creationId xmlns:a16="http://schemas.microsoft.com/office/drawing/2014/main" id="{F63A2D48-2395-45E1-989A-45D87D79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20025"/>
            <a:ext cx="257175" cy="29527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6193">
            <a:solidFill>
              <a:srgbClr val="416FA8"/>
            </a:solidFill>
          </a:ln>
        </p:spPr>
      </p:sp>
      <p:sp>
        <p:nvSpPr>
          <p:cNvPr id="264" name="glyph-can-263">
            <a:extLst xmlns:a="http://schemas.openxmlformats.org/drawingml/2006/main">
              <a:ext uri="{FF2B5EF4-FFF2-40B4-BE49-F238E27FC236}">
                <a16:creationId xmlns:a16="http://schemas.microsoft.com/office/drawing/2014/main" id="{5DE9EFFA-1BD3-425B-A95E-260DF904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820025"/>
            <a:ext cx="257175" cy="29527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6193">
            <a:solidFill>
              <a:srgbClr val="416FA8"/>
            </a:solidFill>
          </a:ln>
        </p:spPr>
      </p:sp>
      <p:sp>
        <p:nvSpPr>
          <p:cNvPr id="265" name="text-264">
            <a:extLst xmlns:a="http://schemas.openxmlformats.org/drawingml/2006/main">
              <a:ext uri="{FF2B5EF4-FFF2-40B4-BE49-F238E27FC236}">
                <a16:creationId xmlns:a16="http://schemas.microsoft.com/office/drawing/2014/main" id="{8AE10F32-C2E9-4FBA-9646-4B9B77FD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761047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共享DB（openGauss）</a:t>
            </a:r>
          </a:p>
        </p:txBody>
      </p:sp>
      <p:sp>
        <p:nvSpPr>
          <p:cNvPr id="266" name="text-265">
            <a:extLst xmlns:a="http://schemas.openxmlformats.org/drawingml/2006/main">
              <a:ext uri="{FF2B5EF4-FFF2-40B4-BE49-F238E27FC236}">
                <a16:creationId xmlns:a16="http://schemas.microsoft.com/office/drawing/2014/main" id="{C57F34A0-C23B-4FA2-A096-95F07697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788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KWE：一主两备</a:t>
            </a:r>
          </a:p>
        </p:txBody>
      </p:sp>
      <p:sp>
        <p:nvSpPr>
          <p:cNvPr id="267" name="path-266">
            <a:extLst xmlns:a="http://schemas.openxmlformats.org/drawingml/2006/main">
              <a:ext uri="{FF2B5EF4-FFF2-40B4-BE49-F238E27FC236}">
                <a16:creationId xmlns:a16="http://schemas.microsoft.com/office/drawing/2014/main" id="{07EAEA80-BC0F-4BFB-A696-7CD9F815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7886319"/>
            <a:ext cx="381000" cy="155448"/>
          </a:xfrm>
          <a:custGeom xmlns:a="http://schemas.openxmlformats.org/drawingml/2006/main">
            <a:pathLst>
              <a:path w="381000" h="155448">
                <a:moveTo>
                  <a:pt x="190500" y="0"/>
                </a:moveTo>
                <a:lnTo>
                  <a:pt x="381000" y="77724"/>
                </a:lnTo>
                <a:lnTo>
                  <a:pt x="190500" y="155448"/>
                </a:lnTo>
                <a:lnTo>
                  <a:pt x="0" y="77724"/>
                </a:lnTo>
                <a:close/>
              </a:path>
            </a:pathLst>
          </a:custGeom>
          <a:solidFill xmlns:a="http://schemas.openxmlformats.org/drawingml/2006/main">
            <a:srgbClr val="E8F0FE"/>
          </a:solidFill>
          <a:ln xmlns:a="http://schemas.openxmlformats.org/drawingml/2006/main" w="14288">
            <a:solidFill>
              <a:srgbClr val="376AAF"/>
            </a:solidFill>
          </a:ln>
        </p:spPr>
      </p:sp>
      <p:sp>
        <p:nvSpPr>
          <p:cNvPr id="268" name="path-267">
            <a:extLst xmlns:a="http://schemas.openxmlformats.org/drawingml/2006/main">
              <a:ext uri="{FF2B5EF4-FFF2-40B4-BE49-F238E27FC236}">
                <a16:creationId xmlns:a16="http://schemas.microsoft.com/office/drawing/2014/main" id="{DE6141BF-3283-4A59-A82A-B8E237A0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7815072"/>
            <a:ext cx="381000" cy="155448"/>
          </a:xfrm>
          <a:custGeom xmlns:a="http://schemas.openxmlformats.org/drawingml/2006/main">
            <a:pathLst>
              <a:path w="381000" h="155448">
                <a:moveTo>
                  <a:pt x="190500" y="0"/>
                </a:moveTo>
                <a:lnTo>
                  <a:pt x="381000" y="77724"/>
                </a:lnTo>
                <a:lnTo>
                  <a:pt x="190500" y="155448"/>
                </a:lnTo>
                <a:lnTo>
                  <a:pt x="0" y="77724"/>
                </a:lnTo>
                <a:close/>
              </a:path>
            </a:pathLst>
          </a:custGeom>
          <a:solidFill xmlns:a="http://schemas.openxmlformats.org/drawingml/2006/main">
            <a:srgbClr val="E8F0FE"/>
          </a:solidFill>
          <a:ln xmlns:a="http://schemas.openxmlformats.org/drawingml/2006/main" w="14288">
            <a:solidFill>
              <a:srgbClr val="376AAF"/>
            </a:solidFill>
          </a:ln>
        </p:spPr>
      </p:sp>
      <p:sp>
        <p:nvSpPr>
          <p:cNvPr id="269" name="path-268">
            <a:extLst xmlns:a="http://schemas.openxmlformats.org/drawingml/2006/main">
              <a:ext uri="{FF2B5EF4-FFF2-40B4-BE49-F238E27FC236}">
                <a16:creationId xmlns:a16="http://schemas.microsoft.com/office/drawing/2014/main" id="{617867ED-A1CF-476A-9166-667E59F1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7743825"/>
            <a:ext cx="381000" cy="155448"/>
          </a:xfrm>
          <a:custGeom xmlns:a="http://schemas.openxmlformats.org/drawingml/2006/main">
            <a:pathLst>
              <a:path w="381000" h="155448">
                <a:moveTo>
                  <a:pt x="190500" y="0"/>
                </a:moveTo>
                <a:lnTo>
                  <a:pt x="381000" y="77724"/>
                </a:lnTo>
                <a:lnTo>
                  <a:pt x="190500" y="155448"/>
                </a:lnTo>
                <a:lnTo>
                  <a:pt x="0" y="77724"/>
                </a:lnTo>
                <a:close/>
              </a:path>
            </a:pathLst>
          </a:custGeom>
          <a:solidFill xmlns:a="http://schemas.openxmlformats.org/drawingml/2006/main">
            <a:srgbClr val="E8F0FE"/>
          </a:solidFill>
          <a:ln xmlns:a="http://schemas.openxmlformats.org/drawingml/2006/main" w="14288">
            <a:solidFill>
              <a:srgbClr val="376AAF"/>
            </a:solidFill>
          </a:ln>
        </p:spPr>
      </p:sp>
      <p:sp>
        <p:nvSpPr>
          <p:cNvPr id="270" name="text-269">
            <a:extLst xmlns:a="http://schemas.openxmlformats.org/drawingml/2006/main">
              <a:ext uri="{FF2B5EF4-FFF2-40B4-BE49-F238E27FC236}">
                <a16:creationId xmlns:a16="http://schemas.microsoft.com/office/drawing/2014/main" id="{23C47F51-351D-454C-A288-EEF52C21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77628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Redis</a:t>
            </a:r>
          </a:p>
        </p:txBody>
      </p:sp>
      <p:sp>
        <p:nvSpPr>
          <p:cNvPr id="271" name="text-270">
            <a:extLst xmlns:a="http://schemas.openxmlformats.org/drawingml/2006/main">
              <a:ext uri="{FF2B5EF4-FFF2-40B4-BE49-F238E27FC236}">
                <a16:creationId xmlns:a16="http://schemas.microsoft.com/office/drawing/2014/main" id="{B9B354C3-1534-46CF-8C1D-1205E898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696200"/>
            <a:ext cx="1619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rPr>
              <a:t>逃生DB / Redis</a:t>
            </a:r>
          </a:p>
          <a:p xmlns:a="http://schemas.openxmlformats.org/drawingml/2006/main">
            <a:pPr algn="ctr">
              <a:defRPr sz="1350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rPr>
              <a:t>归属待确认</a:t>
            </a:r>
          </a:p>
        </p:txBody>
      </p:sp>
      <p:sp>
        <p:nvSpPr>
          <p:cNvPr id="272" name="glyph-can-271">
            <a:extLst xmlns:a="http://schemas.openxmlformats.org/drawingml/2006/main">
              <a:ext uri="{FF2B5EF4-FFF2-40B4-BE49-F238E27FC236}">
                <a16:creationId xmlns:a16="http://schemas.microsoft.com/office/drawing/2014/main" id="{57A6C28F-2CE2-4416-9050-1BD19C37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7734300"/>
            <a:ext cx="352425" cy="4000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6193">
            <a:solidFill>
              <a:srgbClr val="416FA8"/>
            </a:solidFill>
          </a:ln>
        </p:spPr>
      </p:sp>
      <p:sp>
        <p:nvSpPr>
          <p:cNvPr id="273" name="text-272">
            <a:extLst xmlns:a="http://schemas.openxmlformats.org/drawingml/2006/main">
              <a:ext uri="{FF2B5EF4-FFF2-40B4-BE49-F238E27FC236}">
                <a16:creationId xmlns:a16="http://schemas.microsoft.com/office/drawing/2014/main" id="{9C7A6CB1-7527-4198-A178-1D68E762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639050"/>
            <a:ext cx="1609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UCB容灾DB</a:t>
            </a:r>
          </a:p>
        </p:txBody>
      </p:sp>
      <p:sp>
        <p:nvSpPr>
          <p:cNvPr id="274" name="text-273">
            <a:extLst xmlns:a="http://schemas.openxmlformats.org/drawingml/2006/main">
              <a:ext uri="{FF2B5EF4-FFF2-40B4-BE49-F238E27FC236}">
                <a16:creationId xmlns:a16="http://schemas.microsoft.com/office/drawing/2014/main" id="{4E86300A-00FD-44DE-B3FE-73C069BB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915275"/>
            <a:ext cx="1123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单实例</a:t>
            </a:r>
          </a:p>
        </p:txBody>
      </p:sp>
      <p:sp>
        <p:nvSpPr>
          <p:cNvPr id="275" name="path-274">
            <a:extLst xmlns:a="http://schemas.openxmlformats.org/drawingml/2006/main">
              <a:ext uri="{FF2B5EF4-FFF2-40B4-BE49-F238E27FC236}">
                <a16:creationId xmlns:a16="http://schemas.microsoft.com/office/drawing/2014/main" id="{3956617B-8122-42C7-9B27-DCCEBEE5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861173"/>
            <a:ext cx="304800" cy="128016"/>
          </a:xfrm>
          <a:custGeom xmlns:a="http://schemas.openxmlformats.org/drawingml/2006/main">
            <a:pathLst>
              <a:path w="304800" h="128016">
                <a:moveTo>
                  <a:pt x="152400" y="0"/>
                </a:moveTo>
                <a:lnTo>
                  <a:pt x="304800" y="64008"/>
                </a:lnTo>
                <a:lnTo>
                  <a:pt x="152400" y="128016"/>
                </a:lnTo>
                <a:lnTo>
                  <a:pt x="0" y="64008"/>
                </a:lnTo>
                <a:close/>
              </a:path>
            </a:pathLst>
          </a:custGeom>
          <a:solidFill xmlns:a="http://schemas.openxmlformats.org/drawingml/2006/main">
            <a:srgbClr val="E8F0FE"/>
          </a:solidFill>
          <a:ln xmlns:a="http://schemas.openxmlformats.org/drawingml/2006/main" w="14288">
            <a:solidFill>
              <a:srgbClr val="376AAF"/>
            </a:solidFill>
          </a:ln>
        </p:spPr>
      </p:sp>
      <p:sp>
        <p:nvSpPr>
          <p:cNvPr id="276" name="path-275">
            <a:extLst xmlns:a="http://schemas.openxmlformats.org/drawingml/2006/main">
              <a:ext uri="{FF2B5EF4-FFF2-40B4-BE49-F238E27FC236}">
                <a16:creationId xmlns:a16="http://schemas.microsoft.com/office/drawing/2014/main" id="{A71008C1-E981-4A4A-90E5-A7DB8B20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802499"/>
            <a:ext cx="304800" cy="128016"/>
          </a:xfrm>
          <a:custGeom xmlns:a="http://schemas.openxmlformats.org/drawingml/2006/main">
            <a:pathLst>
              <a:path w="304800" h="128016">
                <a:moveTo>
                  <a:pt x="152400" y="0"/>
                </a:moveTo>
                <a:lnTo>
                  <a:pt x="304800" y="64008"/>
                </a:lnTo>
                <a:lnTo>
                  <a:pt x="152400" y="128016"/>
                </a:lnTo>
                <a:lnTo>
                  <a:pt x="0" y="64008"/>
                </a:lnTo>
                <a:close/>
              </a:path>
            </a:pathLst>
          </a:custGeom>
          <a:solidFill xmlns:a="http://schemas.openxmlformats.org/drawingml/2006/main">
            <a:srgbClr val="E8F0FE"/>
          </a:solidFill>
          <a:ln xmlns:a="http://schemas.openxmlformats.org/drawingml/2006/main" w="14288">
            <a:solidFill>
              <a:srgbClr val="376AAF"/>
            </a:solidFill>
          </a:ln>
        </p:spPr>
      </p:sp>
      <p:sp>
        <p:nvSpPr>
          <p:cNvPr id="277" name="path-276">
            <a:extLst xmlns:a="http://schemas.openxmlformats.org/drawingml/2006/main">
              <a:ext uri="{FF2B5EF4-FFF2-40B4-BE49-F238E27FC236}">
                <a16:creationId xmlns:a16="http://schemas.microsoft.com/office/drawing/2014/main" id="{3D994016-403A-4A37-925F-4743C2B7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743825"/>
            <a:ext cx="304800" cy="128016"/>
          </a:xfrm>
          <a:custGeom xmlns:a="http://schemas.openxmlformats.org/drawingml/2006/main">
            <a:pathLst>
              <a:path w="304800" h="128016">
                <a:moveTo>
                  <a:pt x="152400" y="0"/>
                </a:moveTo>
                <a:lnTo>
                  <a:pt x="304800" y="64008"/>
                </a:lnTo>
                <a:lnTo>
                  <a:pt x="152400" y="128016"/>
                </a:lnTo>
                <a:lnTo>
                  <a:pt x="0" y="64008"/>
                </a:lnTo>
                <a:close/>
              </a:path>
            </a:pathLst>
          </a:custGeom>
          <a:solidFill xmlns:a="http://schemas.openxmlformats.org/drawingml/2006/main">
            <a:srgbClr val="E8F0FE"/>
          </a:solidFill>
          <a:ln xmlns:a="http://schemas.openxmlformats.org/drawingml/2006/main" w="14288">
            <a:solidFill>
              <a:srgbClr val="376AAF"/>
            </a:solidFill>
          </a:ln>
        </p:spPr>
      </p:sp>
      <p:sp>
        <p:nvSpPr>
          <p:cNvPr id="278" name="text-277">
            <a:extLst xmlns:a="http://schemas.openxmlformats.org/drawingml/2006/main">
              <a:ext uri="{FF2B5EF4-FFF2-40B4-BE49-F238E27FC236}">
                <a16:creationId xmlns:a16="http://schemas.microsoft.com/office/drawing/2014/main" id="{E4F4B794-EBBB-4BD9-8E96-BDAB6C22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7753350"/>
            <a:ext cx="581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Redis</a:t>
            </a:r>
          </a:p>
        </p:txBody>
      </p:sp>
      <p:sp>
        <p:nvSpPr>
          <p:cNvPr id="279" name="shape-278">
            <a:extLst xmlns:a="http://schemas.openxmlformats.org/drawingml/2006/main">
              <a:ext uri="{FF2B5EF4-FFF2-40B4-BE49-F238E27FC236}">
                <a16:creationId xmlns:a16="http://schemas.microsoft.com/office/drawing/2014/main" id="{7546C0BE-AE07-4DAB-8621-DCCA8683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7934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280" name="shape-279">
            <a:extLst xmlns:a="http://schemas.openxmlformats.org/drawingml/2006/main">
              <a:ext uri="{FF2B5EF4-FFF2-40B4-BE49-F238E27FC236}">
                <a16:creationId xmlns:a16="http://schemas.microsoft.com/office/drawing/2014/main" id="{243EE925-6EFD-42C1-BECF-9F9B16EF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7934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574" name=""/>
          <p:cNvCxnSpPr>
            <a:stCxn xmlns:a="http://schemas.openxmlformats.org/drawingml/2006/main" id="279" idx="3"/>
            <a:endCxn xmlns:a="http://schemas.openxmlformats.org/drawingml/2006/main" id="280" idx="1"/>
          </p:cNvCxnSpPr>
          <p:nvPr/>
        </p:nvCxnSpPr>
        <p:spPr>
          <a:xfrm xmlns:a="http://schemas.openxmlformats.org/drawingml/2006/main">
            <a:off x="7429500" y="7939088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dash"/>
            <a:tailEnd type="triangle" w="sm" len="sm"/>
          </a:ln>
        </p:spPr>
      </p:cxnSp>
      <p:sp>
        <p:nvSpPr>
          <p:cNvPr id="282" name="text-281">
            <a:extLst xmlns:a="http://schemas.openxmlformats.org/drawingml/2006/main">
              <a:ext uri="{FF2B5EF4-FFF2-40B4-BE49-F238E27FC236}">
                <a16:creationId xmlns:a16="http://schemas.microsoft.com/office/drawing/2014/main" id="{D475F3B5-3099-433B-9827-9014E8A6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7677150"/>
            <a:ext cx="485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复制</a:t>
            </a:r>
          </a:p>
        </p:txBody>
      </p:sp>
      <p:sp>
        <p:nvSpPr>
          <p:cNvPr id="283" name="text-282">
            <a:extLst xmlns:a="http://schemas.openxmlformats.org/drawingml/2006/main">
              <a:ext uri="{FF2B5EF4-FFF2-40B4-BE49-F238E27FC236}">
                <a16:creationId xmlns:a16="http://schemas.microsoft.com/office/drawing/2014/main" id="{DCB2B1A1-3F5B-455F-ABF0-1234022A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8267700"/>
            <a:ext cx="10753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rPr>
              <a:t>目标部署方案。数据复制、入口切换及UCB外部依赖可用性需联合验证，运行中任务不默认自动迁移。</a:t>
            </a:r>
          </a:p>
        </p:txBody>
      </p:sp>
      <p:sp>
        <p:nvSpPr>
          <p:cNvPr id="284" name="text-283">
            <a:extLst xmlns:a="http://schemas.openxmlformats.org/drawingml/2006/main">
              <a:ext uri="{FF2B5EF4-FFF2-40B4-BE49-F238E27FC236}">
                <a16:creationId xmlns:a16="http://schemas.microsoft.com/office/drawing/2014/main" id="{56613AEC-D12F-461A-B701-473C9E51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0574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285" name="text-284">
            <a:extLst xmlns:a="http://schemas.openxmlformats.org/drawingml/2006/main">
              <a:ext uri="{FF2B5EF4-FFF2-40B4-BE49-F238E27FC236}">
                <a16:creationId xmlns:a16="http://schemas.microsoft.com/office/drawing/2014/main" id="{0A5F5C76-CD1A-4CE4-BD0F-58A24F62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038350"/>
            <a:ext cx="2343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跨Region接管</a:t>
            </a:r>
          </a:p>
        </p:txBody>
      </p:sp>
      <p:sp>
        <p:nvSpPr>
          <p:cNvPr id="286" name="text-285">
            <a:extLst xmlns:a="http://schemas.openxmlformats.org/drawingml/2006/main">
              <a:ext uri="{FF2B5EF4-FFF2-40B4-BE49-F238E27FC236}">
                <a16:creationId xmlns:a16="http://schemas.microsoft.com/office/drawing/2014/main" id="{1D2B541A-C49C-49EC-BEAF-53B90F7E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543175"/>
            <a:ext cx="29051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KWE故障时由UCB接管。</a:t>
            </a:r>
          </a:p>
          <a:p xmlns:a="http://schemas.openxmlformats.org/drawingml/2006/main">
            <a:pPr algn="l">
              <a:defRPr sz="1650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两区使用独立DB和Redis。</a:t>
            </a:r>
          </a:p>
          <a:p xmlns:a="http://schemas.openxmlformats.org/drawingml/2006/main">
            <a:pPr algn="l">
              <a:defRPr sz="1650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仅允许一个区域拥有写入权。</a:t>
            </a:r>
          </a:p>
        </p:txBody>
      </p:sp>
      <p:sp>
        <p:nvSpPr>
          <p:cNvPr id="287" name="text-286">
            <a:extLst xmlns:a="http://schemas.openxmlformats.org/drawingml/2006/main">
              <a:ext uri="{FF2B5EF4-FFF2-40B4-BE49-F238E27FC236}">
                <a16:creationId xmlns:a16="http://schemas.microsoft.com/office/drawing/2014/main" id="{6E80F2A9-BAB9-48AE-A295-951E15DD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600450"/>
            <a:ext cx="29051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隔离旧写入及旧任务</a:t>
            </a:r>
          </a:p>
          <a:p xmlns:a="http://schemas.openxmlformats.org/drawingml/2006/main">
            <a:pPr algn="l">
              <a:defRPr sz="1650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核对恢复点，提升UCB数据库</a:t>
            </a:r>
          </a:p>
          <a:p xmlns:a="http://schemas.openxmlformats.org/drawingml/2006/main">
            <a:pPr algn="l">
              <a:defRPr sz="1650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启用服务，验证后切换入口</a:t>
            </a:r>
          </a:p>
        </p:txBody>
      </p:sp>
      <p:sp>
        <p:nvSpPr>
          <p:cNvPr id="288" name="text-287">
            <a:extLst xmlns:a="http://schemas.openxmlformats.org/drawingml/2006/main">
              <a:ext uri="{FF2B5EF4-FFF2-40B4-BE49-F238E27FC236}">
                <a16:creationId xmlns:a16="http://schemas.microsoft.com/office/drawing/2014/main" id="{267B8095-A67B-4C23-806E-5173F516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6482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rPr>
              <a:t>复制方式与延迟待验证。</a:t>
            </a:r>
          </a:p>
          <a:p xmlns:a="http://schemas.openxmlformats.org/drawingml/2006/main">
            <a:pPr algn="l">
              <a:defRPr sz="1500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rPr>
              <a:t>UCB单库没有区内备库保护。</a:t>
            </a:r>
          </a:p>
        </p:txBody>
      </p:sp>
      <p:sp>
        <p:nvSpPr>
          <p:cNvPr id="289" name="line-288">
            <a:extLst xmlns:a="http://schemas.openxmlformats.org/drawingml/2006/main">
              <a:ext uri="{FF2B5EF4-FFF2-40B4-BE49-F238E27FC236}">
                <a16:creationId xmlns:a16="http://schemas.microsoft.com/office/drawing/2014/main" id="{66AB9FA2-E157-4594-B38B-164C6CA9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438775"/>
            <a:ext cx="291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9CEE5"/>
            </a:solidFill>
            <a:prstDash val="solid"/>
          </a:ln>
        </p:spPr>
      </p:sp>
      <p:sp>
        <p:nvSpPr>
          <p:cNvPr id="290" name="text-289">
            <a:extLst xmlns:a="http://schemas.openxmlformats.org/drawingml/2006/main">
              <a:ext uri="{FF2B5EF4-FFF2-40B4-BE49-F238E27FC236}">
                <a16:creationId xmlns:a16="http://schemas.microsoft.com/office/drawing/2014/main" id="{256D9B9E-F594-427F-96E9-084CE06A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7245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291" name="text-290">
            <a:extLst xmlns:a="http://schemas.openxmlformats.org/drawingml/2006/main">
              <a:ext uri="{FF2B5EF4-FFF2-40B4-BE49-F238E27FC236}">
                <a16:creationId xmlns:a16="http://schemas.microsoft.com/office/drawing/2014/main" id="{6B5EB986-CD55-4B01-BFDB-8B1FA180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715000"/>
            <a:ext cx="2343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关键作业逃生</a:t>
            </a:r>
          </a:p>
        </p:txBody>
      </p:sp>
      <p:sp>
        <p:nvSpPr>
          <p:cNvPr id="292" name="text-291">
            <a:extLst xmlns:a="http://schemas.openxmlformats.org/drawingml/2006/main">
              <a:ext uri="{FF2B5EF4-FFF2-40B4-BE49-F238E27FC236}">
                <a16:creationId xmlns:a16="http://schemas.microsoft.com/office/drawing/2014/main" id="{9E2CB8B0-6A7D-4C09-9260-67424CA5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219825"/>
            <a:ext cx="29051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主服务过载或发布异常时，</a:t>
            </a:r>
          </a:p>
          <a:p xmlns:a="http://schemas.openxmlformats.org/drawingml/2006/main">
            <a:pPr algn="l">
              <a:defRPr sz="172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按名单将VIP和指定Agent</a:t>
            </a:r>
          </a:p>
          <a:p xmlns:a="http://schemas.openxmlformats.org/drawingml/2006/main">
            <a:pPr algn="l">
              <a:defRPr sz="172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切到独立Chat与tool实例。</a:t>
            </a:r>
          </a:p>
        </p:txBody>
      </p:sp>
      <p:sp>
        <p:nvSpPr>
          <p:cNvPr id="293" name="text-292">
            <a:extLst xmlns:a="http://schemas.openxmlformats.org/drawingml/2006/main">
              <a:ext uri="{FF2B5EF4-FFF2-40B4-BE49-F238E27FC236}">
                <a16:creationId xmlns:a16="http://schemas.microsoft.com/office/drawing/2014/main" id="{9831C6AE-EB2A-458B-8427-AB94E7F6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258050"/>
            <a:ext cx="29051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非关键查询允许降级。</a:t>
            </a:r>
          </a:p>
          <a:p xmlns:a="http://schemas.openxmlformats.org/drawingml/2006/main">
            <a:pPr algn="l">
              <a:def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任务所需权限、技能配置</a:t>
            </a:r>
          </a:p>
          <a:p xmlns:a="http://schemas.openxmlformats.org/drawingml/2006/main">
            <a:pPr algn="l">
              <a:def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必须可用，切换后逐项验证。</a:t>
            </a:r>
          </a:p>
        </p:txBody>
      </p:sp>
    </p:spTree>
    <p:extLst>
      <p:ext uri="{BB962C8B-B14F-4D97-AF65-F5344CB8AC3E}">
        <p14:creationId xmlns:p14="http://schemas.microsoft.com/office/powerpoint/2010/main" val="14985644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2026-09-27T18:35:16.4510000Z</dcterms:created>
  <dcterms:modified xsi:type="dcterms:W3CDTF">2026-09-27T18:35:16.4510000Z</dcterms:modified>
</coreProperties>
</file>